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2" r:id="rId5"/>
    <p:sldId id="267" r:id="rId6"/>
    <p:sldId id="266" r:id="rId7"/>
    <p:sldId id="265" r:id="rId8"/>
    <p:sldId id="264" r:id="rId9"/>
    <p:sldId id="261" r:id="rId10"/>
    <p:sldId id="260" r:id="rId11"/>
    <p:sldId id="259" r:id="rId12"/>
    <p:sldId id="258" r:id="rId13"/>
    <p:sldId id="268" r:id="rId14"/>
    <p:sldId id="275" r:id="rId15"/>
    <p:sldId id="274" r:id="rId16"/>
    <p:sldId id="273" r:id="rId17"/>
    <p:sldId id="272" r:id="rId18"/>
    <p:sldId id="276" r:id="rId19"/>
    <p:sldId id="279" r:id="rId20"/>
    <p:sldId id="278" r:id="rId21"/>
    <p:sldId id="277" r:id="rId22"/>
    <p:sldId id="271" r:id="rId23"/>
    <p:sldId id="270" r:id="rId24"/>
    <p:sldId id="269" r:id="rId25"/>
    <p:sldId id="285" r:id="rId26"/>
    <p:sldId id="284" r:id="rId27"/>
    <p:sldId id="283" r:id="rId28"/>
    <p:sldId id="282" r:id="rId29"/>
    <p:sldId id="281" r:id="rId30"/>
    <p:sldId id="280" r:id="rId31"/>
    <p:sldId id="296" r:id="rId32"/>
    <p:sldId id="295" r:id="rId33"/>
    <p:sldId id="286" r:id="rId34"/>
    <p:sldId id="294" r:id="rId35"/>
    <p:sldId id="293" r:id="rId36"/>
    <p:sldId id="292" r:id="rId37"/>
    <p:sldId id="291" r:id="rId38"/>
    <p:sldId id="290" r:id="rId39"/>
    <p:sldId id="289" r:id="rId40"/>
    <p:sldId id="288" r:id="rId41"/>
    <p:sldId id="287" r:id="rId42"/>
    <p:sldId id="300" r:id="rId43"/>
    <p:sldId id="299" r:id="rId44"/>
    <p:sldId id="298" r:id="rId45"/>
    <p:sldId id="297" r:id="rId46"/>
    <p:sldId id="301" r:id="rId47"/>
    <p:sldId id="307" r:id="rId48"/>
    <p:sldId id="306" r:id="rId49"/>
    <p:sldId id="305" r:id="rId50"/>
    <p:sldId id="304" r:id="rId51"/>
    <p:sldId id="303" r:id="rId52"/>
    <p:sldId id="302" r:id="rId53"/>
    <p:sldId id="308" r:id="rId54"/>
    <p:sldId id="312" r:id="rId55"/>
    <p:sldId id="311" r:id="rId56"/>
    <p:sldId id="310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96CF5-1A60-04C1-F522-0E6B0C7ADD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EFA67C-42E4-72CB-9762-DF3CD60931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7BF5C-3B7C-36AD-3E19-33B259F31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57262-5571-4B23-85A2-47F76F4DB0C2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82314-C6E3-EF87-D40F-BEA39E695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0F4EF-BF6C-9373-A2D9-DB7F9764D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EB26A-8B56-43A8-8940-19AD9A7FC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090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64B57-B4E9-B304-D1B6-610CEBC16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115AB-2AB3-8D53-9F2C-9200DC9F0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2582F-2919-EF3E-52A4-D409597A2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57262-5571-4B23-85A2-47F76F4DB0C2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9003B-1C92-C477-9B24-A2854C679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7DA57-D4E0-67E1-0954-9F9096F30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EB26A-8B56-43A8-8940-19AD9A7FC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9831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0560B-CA8B-5314-5E3E-5EE0B31B2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24A6F-E609-C3C0-59D5-A5875402C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E6EDB-B613-F3EE-4166-BFF9204D4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57262-5571-4B23-85A2-47F76F4DB0C2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C5673-CB0B-CDD1-306E-E3EBDE866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26647-D6B1-63EE-A40D-C5460D7EA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EB26A-8B56-43A8-8940-19AD9A7FC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3120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7D65E-36A3-AFAD-E813-7369B5E10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9F1FD-3E80-AF94-69DE-24A05767EF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985824-C31A-273C-A8A2-603A0FC0E8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117EE0-8CAD-50C4-1F2F-24A42E2D6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57262-5571-4B23-85A2-47F76F4DB0C2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B8A91-D0D7-5313-3530-23AC5DCB5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C37061-92F0-03E9-59F6-9D750E273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EB26A-8B56-43A8-8940-19AD9A7FC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9520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02256-5615-8881-9420-D16C88E8C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9BC9AF-6693-133F-C095-1BFE17F1F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9BA45C-0AC1-FC3E-9B52-EEC3EB8E1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253E8C-2E8B-E46E-55A8-69F367DFFE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834E44-0170-DE2A-631A-C8749E808A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927A9E-254B-5BA2-F3A4-DFAE2970D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57262-5571-4B23-85A2-47F76F4DB0C2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D92645-B21A-EE5E-413E-838FB11EB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E43D73-27E4-4874-A6AE-313E907A0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EB26A-8B56-43A8-8940-19AD9A7FC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115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7E15B-25C8-75CB-DD10-5B4E3C762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67D50C-C90E-2F3E-D341-BEE4C6427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57262-5571-4B23-85A2-47F76F4DB0C2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3238F2-957F-8DB1-885C-9B7801404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6A76A4-9E63-103A-7035-D61CB0467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EB26A-8B56-43A8-8940-19AD9A7FC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15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7DEB4F-FCFC-0130-5675-9BBE9D60F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57262-5571-4B23-85A2-47F76F4DB0C2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C241EA-F30B-4443-C569-2E09E4508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18E5D8-6807-D11B-6213-C16BB8FEB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EB26A-8B56-43A8-8940-19AD9A7FC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203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31C5F-AF9A-3680-B414-E7150FDB8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662F4-1EC9-66AF-35DE-CEE0C91C1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5AE8C3-3699-32FA-20E1-CF5AE525EF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365515-A8EE-853C-0D35-5A4EC48AA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57262-5571-4B23-85A2-47F76F4DB0C2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3E50C-7CD1-9471-FEFA-55C8A395E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48CABD-914F-73F7-92E7-47CCFEF2C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EB26A-8B56-43A8-8940-19AD9A7FC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1111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71F03-5F83-DEC2-0C3F-8572F52D9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E217F0-C02C-9E3F-1A32-88E6754DB3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FBDF87-515D-ACD1-4FF2-D94D0D94D1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C210F9-E034-890E-8A94-7348E633B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57262-5571-4B23-85A2-47F76F4DB0C2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FF107-C6FD-9DA4-2C35-E2D94A271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F035A-FED8-B918-2BA8-E280D4D32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EB26A-8B56-43A8-8940-19AD9A7FC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109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675B8-3574-6174-83CA-0221AE1C7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A2A3D3-221B-E661-0138-51071967ED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3F583-935F-16BA-EAD6-BEE81B341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57262-5571-4B23-85A2-47F76F4DB0C2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56FF3-E41B-F9C0-3178-D28AC7E2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CFC76-DC6C-42B7-7FE3-22997F06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EB26A-8B56-43A8-8940-19AD9A7FC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317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8867E7-438A-83E7-4A24-01156425A0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AC7C4C-B285-FB86-A533-4F8D2626CA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CD499-FC9D-FDBF-8DF3-7784790CC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57262-5571-4B23-85A2-47F76F4DB0C2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54B1D-DBAE-D053-E24C-4FA7B9512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4CA62-91EC-5809-D0C1-429976FC8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EB26A-8B56-43A8-8940-19AD9A7FC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0029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B86E8E-10A0-B499-353B-0E5FB1FB7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E7A29-6E4E-D4DF-7121-7F6270722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63A1F-42AC-3B4E-1584-4B4FDC7B65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657262-5571-4B23-85A2-47F76F4DB0C2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78F6B-3997-60CF-C4F0-C8F69C4012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F95CE-BDEB-4077-C09F-26B127E02D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DEB26A-8B56-43A8-8940-19AD9A7FC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416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D93635-4AB2-5ABD-2418-80061E4FE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574" y="0"/>
            <a:ext cx="10658167" cy="6567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1325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A0C3F3-9307-74F1-8F86-1CDE68FC8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71" y="0"/>
            <a:ext cx="10864645" cy="641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138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2EE3E5-3301-3F27-E5EE-24C0C16DE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897" y="403123"/>
            <a:ext cx="10382864" cy="587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9236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C306F6-7C46-58C8-324F-DEF17E72E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910" y="275302"/>
            <a:ext cx="10628671" cy="619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1379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BDE64A-577C-4EFC-C703-6A6132768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548" y="314632"/>
            <a:ext cx="10540181" cy="600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7700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E30DAB-1EDA-ADE6-32F9-4EF7F7CF7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58" y="619433"/>
            <a:ext cx="11012129" cy="522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1138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9C2A51-FC3A-5231-DB8A-9C427FF12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878" y="501445"/>
            <a:ext cx="9842090" cy="480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5481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855841-0FA0-77E4-76BC-DE45EBCE6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39" y="432619"/>
            <a:ext cx="10805651" cy="5378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0536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B28180-90DB-73D6-057C-C6A0E149C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735" y="491614"/>
            <a:ext cx="10412362" cy="4856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88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ED9E24-6C3B-17B2-3482-EF9D8B33B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26" y="334297"/>
            <a:ext cx="10756489" cy="5722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4708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F1F8FF-AB8B-7FE3-441A-49BCC9E83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755" y="294968"/>
            <a:ext cx="10540180" cy="4963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8630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13D048-827B-35CC-B4A8-2055A5E0A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15" y="403124"/>
            <a:ext cx="10835149" cy="4797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5737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11826B-CEA2-BD10-CDE4-801CC9242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3794"/>
            <a:ext cx="10294374" cy="4660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3606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7445C82-0387-8D92-36D7-495F308AC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8306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0AF46C-6167-0D91-2196-5BD672FC0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4997" y="2381104"/>
            <a:ext cx="3982006" cy="209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3991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DF48CE-2AE1-7D34-79E9-A2D0D9670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84" y="599768"/>
            <a:ext cx="10432026" cy="532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2504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6C9D37-7F4E-778C-DE94-FE410835F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858" y="619432"/>
            <a:ext cx="11120283" cy="4606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0787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27DE0D-9125-48F6-AE7E-85EFAE6F4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71" y="540774"/>
            <a:ext cx="10382864" cy="5407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1330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903B4E-D5B7-D378-71AC-87AA38778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697" y="540774"/>
            <a:ext cx="9350477" cy="548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239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58366D-49F7-3F79-6034-9DFA9F7A6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2" y="727587"/>
            <a:ext cx="10785987" cy="479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2730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512992-AD32-ECE0-89C2-5B9313835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077" y="599768"/>
            <a:ext cx="10124061" cy="5234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6565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F8EA4D-AC52-BF10-6345-F7F67D724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723" y="833075"/>
            <a:ext cx="10156722" cy="519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2426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B8356D-6409-7AA0-0393-4A648C200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440" y="894996"/>
            <a:ext cx="9269119" cy="506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9079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B66F10-BAA9-6BF0-5D71-34D436CDC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871" y="771154"/>
            <a:ext cx="9422083" cy="531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2394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506DFF-E012-F2E1-ED8C-711D99014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335" y="975970"/>
            <a:ext cx="9707330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5141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F539A5-081C-C0D1-D2C3-86CA66F90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125" y="828312"/>
            <a:ext cx="9497750" cy="520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3400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5702F9-96E4-EE58-8601-3BE086D50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098" y="1099812"/>
            <a:ext cx="9335803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5028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86C629-9F26-22D7-CB17-C5030A62D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704" y="899759"/>
            <a:ext cx="9440592" cy="505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8811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32B933-F9C4-783E-B0CA-237608C8D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098" y="952154"/>
            <a:ext cx="9335803" cy="495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6887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233BD9-80C0-0E19-1E97-9ECF692CC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677" y="852128"/>
            <a:ext cx="9640645" cy="515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3073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0DC531-B637-C11F-507F-EBED019CA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782" y="975970"/>
            <a:ext cx="9564435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1589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4C0D02-D34A-6B30-1147-A7C146E2A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861" y="866417"/>
            <a:ext cx="9688277" cy="512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6965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460E96-36C7-9B07-B990-9965B3436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35" y="98323"/>
            <a:ext cx="11523407" cy="655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1235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AFCC4B-D6DF-377A-8E5E-E70B4407D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16" y="550606"/>
            <a:ext cx="10111301" cy="533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8682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7C107D-971D-A956-F656-ADEA4BBAC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784" y="1318918"/>
            <a:ext cx="7754432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1223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2A1C87-3BFC-7EDA-943D-F0DBB5EF0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862" y="680654"/>
            <a:ext cx="8964276" cy="549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8047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3564D4-DA84-582A-3565-7DBAEFC34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704" y="923575"/>
            <a:ext cx="9078592" cy="50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383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5161FF-0498-D377-12B3-BB9A190DC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624" y="961680"/>
            <a:ext cx="9678751" cy="493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7034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51BC98-13D8-1087-CB00-7A3C0697E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045" y="737812"/>
            <a:ext cx="9735909" cy="538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909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4667FB-BEF7-9D5D-F7CB-DE8DBC91B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861" y="961680"/>
            <a:ext cx="9326277" cy="493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4815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C34471-BEF9-8240-6A4B-5C6A353A3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599" y="2061971"/>
            <a:ext cx="8430802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006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EC0FB6-CC73-0DAF-73EC-35ACDC8D3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336" y="1152207"/>
            <a:ext cx="8259328" cy="455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3810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A502A0-BFF9-53E8-14D4-E772E9CE4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914" y="1476102"/>
            <a:ext cx="9650172" cy="39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8883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578260-8655-0403-C8FE-040338279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125" y="942628"/>
            <a:ext cx="8773749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0427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415F47-4F87-331D-D099-371882253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098" y="1352260"/>
            <a:ext cx="9697803" cy="415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6562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74BE69-DC2A-8FC6-B71A-6C9C55156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336" y="1118865"/>
            <a:ext cx="7897327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8446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EBE3EE-9AEC-A710-7D3E-4C42066A8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598" y="1261760"/>
            <a:ext cx="9154803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8134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ACF2EC-6937-5811-62F0-359716309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756" y="671127"/>
            <a:ext cx="9764488" cy="551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7478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81844A-DBBA-52A6-EE8F-87D4A0B59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072" y="1209365"/>
            <a:ext cx="9173855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298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D6DA49-C353-DD43-1AAF-9F0D330A4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072" y="733049"/>
            <a:ext cx="9535856" cy="539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9365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0CC33B-6C72-9255-95C7-E15800CE4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072" y="880707"/>
            <a:ext cx="9535856" cy="509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0181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F2BAA6-332A-1B3E-F63E-1BF52387E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677" y="856891"/>
            <a:ext cx="9278645" cy="514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1534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A5445D-2D38-5E94-B4B4-48996A1A7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967" y="618733"/>
            <a:ext cx="9612066" cy="562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6717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7023D8-3BBF-E076-C181-A37A891AB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309" y="833075"/>
            <a:ext cx="9545382" cy="519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4916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C01529-F43A-7A35-2C07-821835551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072" y="785443"/>
            <a:ext cx="9535856" cy="528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650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6E48D2-DD09-487A-B7C9-A9EEE5098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704" y="704470"/>
            <a:ext cx="9440592" cy="544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9981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0</Words>
  <Application>Microsoft Office PowerPoint</Application>
  <PresentationFormat>Widescreen</PresentationFormat>
  <Paragraphs>0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paindla narendar reddy</dc:creator>
  <cp:lastModifiedBy>paindla narendar reddy</cp:lastModifiedBy>
  <cp:revision>3</cp:revision>
  <dcterms:created xsi:type="dcterms:W3CDTF">2025-07-10T07:05:29Z</dcterms:created>
  <dcterms:modified xsi:type="dcterms:W3CDTF">2025-07-10T08:15:46Z</dcterms:modified>
</cp:coreProperties>
</file>