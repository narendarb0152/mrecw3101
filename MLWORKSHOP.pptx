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ink/ink2.xml" ContentType="application/inkml+xml"/>
  <Override PartName="/ppt/notesSlides/notesSlide10.xml" ContentType="application/vnd.openxmlformats-officedocument.presentationml.notesSlide+xml"/>
  <Override PartName="/ppt/ink/ink3.xml" ContentType="application/inkml+xml"/>
  <Override PartName="/ppt/notesSlides/notesSlide11.xml" ContentType="application/vnd.openxmlformats-officedocument.presentationml.notesSlide+xml"/>
  <Override PartName="/ppt/ink/ink4.xml" ContentType="application/inkml+xml"/>
  <Override PartName="/ppt/notesSlides/notesSlide12.xml" ContentType="application/vnd.openxmlformats-officedocument.presentationml.notesSlide+xml"/>
  <Override PartName="/ppt/ink/ink5.xml" ContentType="application/inkml+xml"/>
  <Override PartName="/ppt/notesSlides/notesSlide13.xml" ContentType="application/vnd.openxmlformats-officedocument.presentationml.notesSlide+xml"/>
  <Override PartName="/ppt/ink/ink6.xml" ContentType="application/inkml+xml"/>
  <Override PartName="/ppt/notesSlides/notesSlide14.xml" ContentType="application/vnd.openxmlformats-officedocument.presentationml.notesSlide+xml"/>
  <Override PartName="/ppt/ink/ink7.xml" ContentType="application/inkml+xml"/>
  <Override PartName="/ppt/notesSlides/notesSlide15.xml" ContentType="application/vnd.openxmlformats-officedocument.presentationml.notesSlide+xml"/>
  <Override PartName="/ppt/ink/ink8.xml" ContentType="application/inkml+xml"/>
  <Override PartName="/ppt/notesSlides/notesSlide16.xml" ContentType="application/vnd.openxmlformats-officedocument.presentationml.notesSlide+xml"/>
  <Override PartName="/ppt/ink/ink9.xml" ContentType="application/inkml+xml"/>
  <Override PartName="/ppt/notesSlides/notesSlide17.xml" ContentType="application/vnd.openxmlformats-officedocument.presentationml.notesSlide+xml"/>
  <Override PartName="/ppt/ink/ink10.xml" ContentType="application/inkml+xml"/>
  <Override PartName="/ppt/notesSlides/notesSlide18.xml" ContentType="application/vnd.openxmlformats-officedocument.presentationml.notesSlide+xml"/>
  <Override PartName="/ppt/ink/ink11.xml" ContentType="application/inkml+xml"/>
  <Override PartName="/ppt/notesSlides/notesSlide19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0.xml" ContentType="application/vnd.openxmlformats-officedocument.presentationml.notesSlide+xml"/>
  <Override PartName="/ppt/ink/ink15.xml" ContentType="application/inkml+xml"/>
  <Override PartName="/ppt/notesSlides/notesSlide21.xml" ContentType="application/vnd.openxmlformats-officedocument.presentationml.notesSlide+xml"/>
  <Override PartName="/ppt/ink/ink16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428" r:id="rId2"/>
    <p:sldId id="405" r:id="rId3"/>
    <p:sldId id="404" r:id="rId4"/>
    <p:sldId id="388" r:id="rId5"/>
    <p:sldId id="406" r:id="rId6"/>
    <p:sldId id="407" r:id="rId7"/>
    <p:sldId id="409" r:id="rId8"/>
    <p:sldId id="410" r:id="rId9"/>
    <p:sldId id="408" r:id="rId10"/>
    <p:sldId id="411" r:id="rId11"/>
    <p:sldId id="412" r:id="rId12"/>
    <p:sldId id="414" r:id="rId13"/>
    <p:sldId id="413" r:id="rId14"/>
    <p:sldId id="417" r:id="rId15"/>
    <p:sldId id="416" r:id="rId16"/>
    <p:sldId id="419" r:id="rId17"/>
    <p:sldId id="418" r:id="rId18"/>
    <p:sldId id="422" r:id="rId19"/>
    <p:sldId id="421" r:id="rId20"/>
    <p:sldId id="420" r:id="rId21"/>
    <p:sldId id="424" r:id="rId22"/>
    <p:sldId id="425" r:id="rId23"/>
    <p:sldId id="423" r:id="rId24"/>
    <p:sldId id="427" r:id="rId25"/>
    <p:sldId id="426" r:id="rId26"/>
  </p:sldIdLst>
  <p:sldSz cx="9144000" cy="6858000" type="screen4x3"/>
  <p:notesSz cx="6858000" cy="9144000"/>
  <p:embeddedFontLst>
    <p:embeddedFont>
      <p:font typeface="ubuntu" panose="020B050403060203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3" roundtripDataSignature="AMtx7mjQ9Cb98j/aH3yq54J2eToW6N3UR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ravan Y" initials="" lastIdx="6" clrIdx="0"/>
  <p:cmAuthor id="1" name="maroju rajesh" initials="mr" lastIdx="1" clrIdx="1">
    <p:extLst>
      <p:ext uri="{19B8F6BF-5375-455C-9EA6-DF929625EA0E}">
        <p15:presenceInfo xmlns:p15="http://schemas.microsoft.com/office/powerpoint/2012/main" userId="S::marojurajesh1234_gmail.com#EXT#@marojurajesh1234gmail.onmicrosoft.com::c49dec47-0ca7-41c6-b330-871143fc4d0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8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83" Type="http://customschemas.google.com/relationships/presentationmetadata" Target="meta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8" Type="http://schemas.openxmlformats.org/officeDocument/2006/relationships/slide" Target="slides/slide7.xml"/><Relationship Id="rId85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78CAD5-6659-0D27-6678-3B1A80674F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Narendar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42A599-CFA7-2F72-5373-F1FBA1950E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E1705-E344-441A-702C-736EB3AB8B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Technical Trainer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9258A-AEA1-F8EB-F2A5-CE19A89DE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68BCC-CF5F-4407-A54F-D596D24ED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77983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7:21.5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1516 1279 24575,'-3'-7'0,"0"0"0,-1 0 0,0 0 0,0 0 0,-1 1 0,0 0 0,0 0 0,-1 0 0,1 1 0,-1-1 0,0 1 0,-1 1 0,1-1 0,-1 1 0,0 0 0,0 1 0,0-1 0,0 1 0,-1 1 0,0 0 0,1 0 0,-1 0 0,0 1 0,-13-1 0,-201-17 0,118 11 0,-127 8 0,95 2 0,118-1 0,1 2 0,0-1 0,0 2 0,0 0 0,0 2 0,1-1 0,0 2 0,0 0 0,0 1 0,1 1 0,0 0 0,1 1 0,0 1 0,1 0 0,-13 13 0,25-23 0,0 0 0,-1 0 0,1 0 0,0 1 0,0-1 0,0 0 0,0 1 0,0-1 0,0 0 0,0 1 0,1 0 0,-1-1 0,0 1 0,1-1 0,0 1 0,-1 0 0,1-1 0,0 1 0,0 0 0,-1-1 0,1 1 0,1 0 0,-1-1 0,0 1 0,1 2 0,0-2 0,0 0 0,1-1 0,-1 1 0,1 0 0,0-1 0,-1 1 0,1-1 0,0 0 0,0 1 0,0-1 0,0 0 0,0 0 0,0 0 0,0 0 0,0-1 0,3 1 0,13 4 0,0-2 0,1-1 0,27 1 0,-43-3 0,386-4 0,-162-25 0,-212 27 0,0 0 0,0-1 0,0-1 0,-1-1 0,1 0 0,-1 0 0,17-10 0,-7 0 0,1-1 0,40-36 0,-39 30 0,5-4 0,-1-1 0,37-43 0,-59 60 0,0 0 0,-1-1 0,-1 0 0,1 0 0,-2 0 0,1-1 0,-2 0 0,0 0 0,0 0 0,-1 0 0,3-25 0,-7-161 0,-2 93 0,2 96 0,1-1 0,-2 1 0,1 0 0,-1 0 0,0 0 0,-1 1 0,0-1 0,-1 1 0,0-1 0,0 1 0,0 0 0,-1 0 0,-1 1 0,1 0 0,-1 0 0,0 0 0,-1 0 0,-14-10 0,14 11 0,0 0 0,0-1 0,1 0 0,-1 0 0,1 0 0,1 0 0,0-1 0,0 0 0,0 0 0,1-1 0,0 1 0,1-1 0,0 0 0,0 0 0,1 0 0,0 0 0,0-1 0,1 1 0,0-16 0,4-26 0,-1-22 0,-2 67 0,-1 0 0,0-1 0,0 1 0,0 0 0,-1 0 0,1 0 0,-2 0 0,-4-9 0,5 12 0,-1-1 0,1 1 0,-1 0 0,0 0 0,0 1 0,0-1 0,-1 1 0,1 0 0,-1-1 0,1 1 0,-1 1 0,0-1 0,1 0 0,-1 1 0,0 0 0,0 0 0,0 0 0,0 1 0,-6-1 0,-11 0 0,0 0 0,-34 5 0,26-2 0,12-1 0,-3-1 0,0 1 0,-1 1 0,1 1 0,0 1 0,-34 11 0,30-7 0,0-1 0,0-1 0,0 0 0,-1-2 0,-29 1 0,-127-6 0,78-1 0,32 1 0,-90 3 0,147 0 0,0 0 0,0 2 0,0 0 0,0 0 0,0 1 0,1 1 0,0 0 0,0 1 0,1 1 0,0 0 0,0 0 0,1 1 0,0 0 0,0 1 0,-10 14 0,2-3 0,2 1 0,1 0 0,1 2 0,1-1 0,1 2 0,1 0 0,-10 30 0,19-47 0,1 2 0,-1-1 0,2 0 0,-1 0 0,1 1 0,1-1 0,0 0 0,0 1 0,1-1 0,2 12 0,3 3 0,0-1 0,16 35 0,0-1 0,-16-34 0,-1 1 0,-1-1 0,-1 1 0,0 0 0,-3 46 0,1 19 0,1-70 0,0 0 0,2 0 0,9 34 0,-11-48 0,-1 0 0,1 0 0,0 0 0,0 0 0,1 0 0,-1-1 0,1 1 0,0 0 0,1-1 0,-1 0 0,1 0 0,-1 0 0,1 0 0,1-1 0,-1 0 0,0 1 0,9 3 0,-9-6 0,1 0 0,-1 0 0,0-1 0,1 0 0,-1 1 0,0-2 0,1 1 0,-1 0 0,0-1 0,0 0 0,1 0 0,-1 0 0,0 0 0,0-1 0,0 0 0,0 0 0,0 0 0,-1 0 0,1 0 0,-1-1 0,1 0 0,3-4 0,9-7 0,-1-2 0,0 0 0,13-19 0,-24 29 0,37-54 0,-2-2 0,35-77 0,-40 71 0,78-115 0,-101 168 0,1-1 0,1 2 0,20-20 0,-27 29 0,1 1 0,-1 0 0,1 0 0,-1 0 0,1 0 0,0 1 0,1 1 0,-1-1 0,0 1 0,1 0 0,10-1 0,6 1 0,0 1 0,0 1 0,0 1 0,0 1 0,0 1 0,-1 1 0,1 1 0,32 12 0,14 9 0,89 49 0,-151-71 0,26 9 0,14 7 0,-45-18 0,-1-1 0,0 0 0,1 1 0,-1 0 0,0-1 0,0 1 0,0 0 0,0 0 0,0 1 0,0-1 0,-1 0 0,1 0 0,-1 1 0,2 4 0,-2-6 0,-1 0 0,0 0 0,1 0 0,-1 0 0,0 0 0,0 0 0,0 1 0,1-1 0,-1 0 0,-1 0 0,1 0 0,0 0 0,0 0 0,0 0 0,-1 0 0,1 0 0,0 1 0,-1-1 0,1 0 0,-1 0 0,1 0 0,-1-1 0,1 1 0,-2 1 0,0 0 0,0 0 0,0-1 0,0 1 0,0-1 0,-1 0 0,1 1 0,0-1 0,0 0 0,-1-1 0,-3 2 0,-6 1 0,-1-1 0,0-1 0,-17 0 0,28-1 0,-498-3 0,485 3 0,0-1 0,1-1 0,-1 0 0,0-1 0,1 0 0,0-1 0,0-1 0,0 0 0,0-1 0,1 0 0,0-1 0,0-1 0,1 0 0,-20-17 0,-18-10 0,32 24 0,2 0 0,-18-17 0,33 28 0,1-1 0,-1 1 0,0-1 0,1 1 0,-1-1 0,1 0 0,-1 1 0,1-1 0,-1 0 0,1 1 0,0-1 0,-1 0 0,1 1 0,0-1 0,-1 0 0,1 0 0,0 0 0,0 1 0,0-1 0,0 0 0,0 0 0,0-1 0,0 1 0,1 1 0,-1-1 0,1 1 0,-1-1 0,1 1 0,-1-1 0,1 1 0,0-1 0,-1 1 0,1 0 0,-1-1 0,1 1 0,0 0 0,0 0 0,-1-1 0,1 1 0,0 0 0,-1 0 0,1 0 0,0 0 0,0 0 0,-1 0 0,1 0 0,0 0 0,0 0 0,-1 0 0,2 1 0,15 1 0,1 1 0,-1 0 0,0 1 0,-1 2 0,32 13 0,83 50 0,-65-32 0,18 11 0,-56-31 0,0-1 0,1 0 0,1-3 0,56 19 0,-35-23 0,0-2 0,1-2 0,0-2 0,70-6 0,-79 2 0,-32 2 0,-1-2 0,0 1 0,0-1 0,1-1 0,-1 0 0,0 0 0,0-1 0,-1 0 0,1-1 0,13-7 0,-23 11 0,1 0 0,-1 0 0,0 0 0,1 0 0,-1-1 0,1 1 0,-1 0 0,0 0 0,1-1 0,-1 1 0,0 0 0,1-1 0,-1 1 0,0 0 0,1-1 0,-1 1 0,0-1 0,0 1 0,0 0 0,1-1 0,-1 1 0,0-1 0,0 1 0,0-1 0,0 1 0,0 0 0,0-1 0,0 1 0,0-1 0,0 1 0,0-1 0,0 1 0,0-1 0,0 1 0,0-1 0,0 1 0,0 0 0,-1-1 0,1 1 0,0-1 0,0 1 0,0 0 0,-1-1 0,1 1 0,0-1 0,-1 1 0,1 0 0,0-1 0,-1 1 0,1 0 0,0 0 0,-1-1 0,1 1 0,0 0 0,-1 0 0,1 0 0,-1-1 0,1 1 0,-1 0 0,1 0 0,-1 0 0,1 0 0,0 0 0,-1 0 0,1 0 0,-1 0 0,-35-6 0,-100 0 0,-25-1 0,-278-10-1032,419 17 699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7:32.5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895 0 24575,'2'127'0,"0"-33"0,-17 173 0,-6-171 0,13-68 0,2 0 0,-5 47 0,8 3 0,-10 103 0,-3-96 0,8-44 0,1 1 0,-1 50 0,7-80 0,1-3 0,0 0 0,0 0 0,0 0 0,1 0 0,4 16 0,-4-23 0,0 0 0,0 1 0,0-1 0,0 0 0,0 0 0,1 1 0,-1-1 0,1 0 0,0 0 0,-1-1 0,1 1 0,0 0 0,0-1 0,0 1 0,0-1 0,1 1 0,-1-1 0,0 0 0,1 0 0,-1 0 0,0 0 0,1-1 0,-1 1 0,1 0 0,2-1 0,44 2 0,-43-4 0,-33 0 0,-373-26 0,308 28 0,-27-1 0,115 0 0,1 1 0,0 0 0,-1-1 0,1 1 0,0-1 0,0 0 0,-1 0 0,1-1 0,0 1 0,0-1 0,0 1 0,0-1 0,1 0 0,-1 0 0,0 0 0,1 0 0,0-1 0,-1 1 0,1-1 0,0 1 0,0-1 0,0 0 0,0 0 0,1 0 0,-1 0 0,1 0 0,0 0 0,0 0 0,0-1 0,0 1 0,1 0 0,-1-7 0,0-8 0,1 0 0,1 0 0,0 0 0,9-34 0,-6 29 0,4-11 0,1 0 0,18-42 0,-17 51 0,-1 0 0,-1 0 0,-1-1 0,-1-1 0,3-38 0,-6 35 0,1-1 0,1 1 0,12-35 0,-3 10 0,-8 23 0,2-38 0,2-9 0,-3 41 0,-2 0 0,-2 0 0,-1 0 0,-3-48 0,0 83 0,0 0 0,1 0 0,-1 1 0,0-1 0,0 0 0,0 1 0,-1-1 0,1 0 0,-1 1 0,1 0 0,-1-1 0,0 1 0,0 0 0,0 0 0,0 0 0,0 0 0,-1 0 0,1 0 0,0 1 0,-1-1 0,1 1 0,-1 0 0,0 0 0,1 0 0,-1 0 0,0 0 0,0 0 0,0 1 0,-4-1 0,-12-1 0,1 1 0,0 0 0,-31 4 0,24-2 0,-8-1 0,21 0 0,0 0 0,0 0 0,0 1 0,1 1 0,-16 4 0,24-5 0,0 0 0,0 0 0,0 0 0,0 1 0,0 0 0,1-1 0,-1 1 0,1 0 0,-1 0 0,1 1 0,0-1 0,0 0 0,-1 1 0,2-1 0,-1 1 0,0 0 0,0-1 0,1 1 0,0 0 0,0 0 0,-1 0 0,2 0 0,-1 1 0,0 3 0,-3 26 0,1 0 0,2 0 0,6 61 0,-1-4 0,-2-59 0,2 0 0,0 0 0,2 0 0,2 0 0,1-1 0,19 45 0,-17-41 0,-2 2 0,-1-1 0,-1 1 0,1 40 0,-3-27 0,16 68 0,-7-71 0,26 54 0,-37-93 0,1 0 0,0 0 0,0-1 0,1 1 0,0-1 0,0 0 0,0-1 0,1 1 0,0-1 0,0 0 0,1 0 0,10 6 0,-14-9 0,0-1 0,1 1 0,-1 0 0,0-1 0,1 0 0,-1 0 0,1 0 0,0 0 0,-1 0 0,1-1 0,0 1 0,-1-1 0,1 0 0,0-1 0,-1 1 0,1 0 0,0-1 0,-1 0 0,1 0 0,0 0 0,-1 0 0,0-1 0,1 1 0,-1-1 0,0 0 0,0 0 0,0 0 0,3-3 0,1-3 0,0-1 0,-1 0 0,0 0 0,-1-1 0,0 1 0,0-1 0,-1 0 0,0-1 0,-1 1 0,0-1 0,2-14 0,12-36 0,-3 15 0,-1-1 0,-3 0 0,-1 0 0,2-68 0,-9-198 0,-5 152 0,3-62-1365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7:45.6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0 195 24575,'0'-1'0,"1"0"0,-1 0 0,0 0 0,1 0 0,-1 0 0,0 1 0,1-1 0,-1 0 0,1 0 0,0 0 0,-1 0 0,1 1 0,0-1 0,-1 0 0,1 1 0,0-1 0,0 0 0,-1 1 0,1-1 0,0 1 0,0-1 0,0 1 0,1-1 0,28-9 0,-21 7 0,46-13 0,-26 8 0,45-18 0,-53 16 0,0 0 0,1 1 0,1 2 0,-1 0 0,1 2 0,1 0 0,-1 1 0,37 0 0,-4 3 0,-14 0 0,73 8 0,-93-2 0,0 0 0,24 10 0,-27-7 0,1-2 0,0-1 0,24 4 0,9-6 0,81-5 0,36 2 0,-102 13 0,-51-8 0,1-2 0,19 2 0,154-3 0,-107-3 0,-74 1 0,0-1 0,1 0 0,-1-1 0,0 0 0,0 0 0,0-1 0,16-8 0,-1-2 0,35-22 0,1-3 0,-51 32 0,1 1 0,-1 1 0,1-1 0,15-2 0,-24 6 0,0 0 0,0 1 0,0-1 0,0 1 0,0 0 0,0-1 0,1 1 0,-1 0 0,0 1 0,0-1 0,0 0 0,0 0 0,0 1 0,1-1 0,-1 1 0,0 0 0,0 0 0,0 0 0,-1 0 0,1 0 0,0 0 0,0 0 0,0 1 0,-1-1 0,1 0 0,-1 1 0,1 0 0,-1-1 0,0 1 0,2 2 0,1 6 0,0 0 0,-1 0 0,0 0 0,0 1 0,-1-1 0,-1 1 0,1 14 0,-3 82 0,-1-63 0,2-4 0,-2 0 0,-2 0 0,-2-1 0,-2 0 0,-23 75 0,19-84 0,-8 18 0,3 1 0,1 0 0,-16 95 0,25-89 0,-9 111 0,16-159 0,0 0 0,0 0 0,-1 1 0,0-1 0,-1 0 0,0 0 0,0-1 0,-6 14 0,6-17 0,0 0 0,0 0 0,-1 0 0,1 0 0,-1 0 0,1-1 0,-1 1 0,0-1 0,0 0 0,0 0 0,-1 0 0,1 0 0,0 0 0,-1-1 0,1 1 0,-1-1 0,1 0 0,-1 0 0,-4 0 0,-31 4 0,1-3 0,-1 0 0,-49-6 0,39 1 0,-72 6 0,106-2 0,-20 2 0,-1 1 0,0 2 0,1 2 0,-40 13 0,43-11 0,-1-1 0,0-2 0,0-1 0,-47 1 0,38-3 0,-82 17 0,63-3 0,37-9 0,-1-2 0,0 0 0,0-2 0,0-1 0,-1-1 0,0-1 0,-27-2 0,50 0 0,1 0 0,0 0 0,-1-1 0,1 1 0,-1-1 0,1 0 0,0 0 0,-1 0 0,1 0 0,0 0 0,0 0 0,0-1 0,0 1 0,0-1 0,0 1 0,0-1 0,0 0 0,-2-3 0,2 1 0,0 0 0,0 1 0,0-1 0,1 0 0,0 0 0,0 0 0,0 0 0,0 0 0,0 0 0,1-7 0,0-9 0,2 1 0,0-1 0,10-37 0,-8 36 0,2-9 0,1 1 0,1 0 0,22-55 0,-26 76 0,1 0 0,-1 0 0,1 1 0,1-1 0,-1 1 0,1 0 0,1 0 0,-1 1 0,1 0 0,0 0 0,0 1 0,1-1 0,0 2 0,0-1 0,0 1 0,0 0 0,15-4 0,90-20 0,-66 18 0,-1-3 0,65-25 0,29-28 0,154-99 0,-277 154 0,1 2 0,0 0 0,1 0 0,0 2 0,0 0 0,0 2 0,1 0 0,0 1 0,0 1 0,29-1 0,-45 3 0,0 1 0,-1 1 0,1-1 0,0 0 0,0 1 0,-1 0 0,1 0 0,0 0 0,-1 0 0,1 1 0,-1-1 0,1 1 0,-1 0 0,0 0 0,0 0 0,5 5 0,-4-3 0,0 1 0,0-1 0,-1 1 0,0 0 0,0 0 0,0 0 0,0 1 0,-1-1 0,3 11 0,0 9 0,-1-1 0,0 1 0,-2 0 0,-2 28 0,0-37 0,-5 350 0,4-348 0,-1-1 0,0 1 0,-1-1 0,-1 0 0,-1 0 0,0 0 0,-11 21 0,12-30 0,0-1 0,0 0 0,-1 0 0,0-1 0,0 0 0,0 0 0,-1 0 0,0 0 0,0-1 0,-1 0 0,1 0 0,-1-1 0,0 1 0,0-2 0,-1 1 0,1-1 0,-15 4 0,-6 0 0,0-2 0,-1-1 0,-36 0 0,-90-7 0,86 1 0,13 2 0,-32 0 0,78-1 0,1 0 0,0-1 0,0 0 0,-1 0 0,1-1 0,-15-6 0,17 5 0,0 0 0,0-1 0,1 1 0,0-2 0,-1 1 0,2 0 0,-1-1 0,1 0 0,0 0 0,-7-12 0,5 6 0,1 0 0,0-1 0,0 0 0,2-1 0,-6-19 0,4-5 0,1 0 0,1-1 0,3-54 0,1 75 0,1 0 0,0-1 0,2 1 0,0 0 0,6-20 0,-5 28 0,0 0 0,1 0 0,0 0 0,0 1 0,1 0 0,0 0 0,1 1 0,-1-1 0,2 1 0,10-8 0,-1 1 0,1 2 0,0 0 0,1 2 0,1 0 0,0 1 0,0 1 0,1 0 0,0 2 0,1 0 0,-1 2 0,1 0 0,31-1 0,-50 5 0,-1 1 0,1 0 0,-1 1 0,1-1 0,0 0 0,-1 1 0,1-1 0,-1 1 0,0 0 0,1 0 0,-1 0 0,0 0 0,1 1 0,-1-1 0,0 0 0,0 1 0,0-1 0,0 1 0,0 0 0,-1 0 0,1 0 0,0 0 0,-1 0 0,1 0 0,-1 0 0,0 1 0,0-1 0,0 0 0,0 1 0,0-1 0,1 5 0,1 8 0,-1-1 0,-1 1 0,0 0 0,-1 22 0,0-17 0,0 2 0,1 24 0,-2 0 0,-12 72 0,10-103 0,0 0 0,-1-1 0,-1 1 0,0-1 0,-1 0 0,-1-1 0,0 1 0,-1-1 0,0-1 0,-1 1 0,-1-2 0,-11 12 0,-10 6 0,-3-3 0,0-1 0,-1-1 0,-1-2 0,-1-1 0,-1-2 0,-1-2 0,-1-2 0,0-1 0,-49 10 0,39-15 0,-2-2 0,-84 1 0,-103-17 0,227 8 0,0 0 0,0-1 0,0-1 0,0 0 0,0 0 0,0-1 0,1-1 0,-18-9 0,24 11 0,0 0 0,0 0 0,1-1 0,0 0 0,-1 0 0,1 0 0,1 0 0,-1 0 0,1-1 0,-1 0 0,1 0 0,1 0 0,-1 0 0,1 0 0,0 0 0,0-1 0,0 1 0,1-1 0,0 1 0,-1-8 0,-1-49 0,6-82 0,1 37 0,-4 37 0,-1 15 0,7-65 0,-3 103 0,0 0 0,0-1 0,2 1 0,0 1 0,1-1 0,1 1 0,16-29 0,-2 15 0,2 2 0,1 0 0,1 2 0,1 1 0,34-25 0,-55 46 0,1 0 0,-1 0 0,1 0 0,0 1 0,1 0 0,-1 0 0,0 1 0,1 0 0,0 0 0,-1 0 0,1 1 0,0 0 0,0 0 0,0 1 0,13 0 0,-14 1 0,-1-1 0,1 1 0,-1 0 0,0 1 0,1 0 0,-1 0 0,0 0 0,0 0 0,0 1 0,0-1 0,-1 1 0,1 1 0,-1-1 0,1 1 0,-1-1 0,0 1 0,-1 0 0,1 1 0,-1-1 0,4 6 0,22 44 0,42 108 0,-61-132 0,5 33 0,-9-39 0,0 1 0,14 34 0,-20-58 0,1 1 0,0 0 0,0-1 0,0 1 0,-1-1 0,1 1 0,1-1 0,-1 0 0,0 1 0,0-1 0,0 0 0,1 0 0,-1 1 0,1-1 0,-1 0 0,1 0 0,-1-1 0,1 1 0,0 0 0,-1-1 0,4 2 0,-2-2 0,0 0 0,0 0 0,-1 0 0,1 0 0,0-1 0,0 1 0,0-1 0,-1 0 0,1 0 0,0 0 0,-1 0 0,5-2 0,6-6 0,-1 0 0,1 0 0,-2-1 0,12-12 0,-19 19 0,7-9 0,0 0 0,-1 0 0,0-1 0,-1 0 0,0 0 0,8-20 0,-13 24 0,0-1 0,0 1 0,-1-1 0,0 0 0,-1 0 0,0 0 0,-1 0 0,0-1 0,-1 1 0,-1-20 0,0 26 0,1 0 0,-2 0 0,1 0 0,0 0 0,-1 0 0,0 0 0,0 0 0,0 0 0,0 1 0,0-1 0,-1 1 0,0 0 0,1 0 0,-1 0 0,0 0 0,-1 0 0,1 0 0,-1 1 0,1 0 0,-1-1 0,1 1 0,-1 1 0,0-1 0,0 1 0,0-1 0,0 1 0,0 0 0,-5 0 0,-14-3 0,0 2 0,1 1 0,-1 0 0,-24 4 0,21-2 0,4-1 0,6 0 0,0 1 0,-21 3 0,33-4 0,1 1 0,0 0 0,-1 0 0,1 0 0,0 0 0,-1 0 0,1 1 0,0 0 0,0-1 0,0 1 0,0 0 0,1 0 0,-1 1 0,1-1 0,-1 1 0,-2 3 0,4-6 0,1 1 0,-1 0 0,1-1 0,0 1 0,-1 0 0,1 0 0,0-1 0,-1 1 0,1 0 0,0 0 0,0-1 0,0 1 0,-1 0 0,1 0 0,0 0 0,0-1 0,0 1 0,0 0 0,1 0 0,-1 0 0,0-1 0,0 1 0,0 0 0,1 0 0,-1-1 0,0 1 0,1 0 0,-1 0 0,1-1 0,-1 1 0,1 0 0,-1-1 0,1 1 0,-1-1 0,1 1 0,-1-1 0,1 1 0,0-1 0,-1 1 0,1-1 0,0 0 0,0 1 0,-1-1 0,1 0 0,1 1 0,39 9 0,-38-10 0,70 8 0,0-4 0,0-3 0,1-4 0,88-13 0,-111 7 0,-1-1 0,71-25 0,95-47 0,-30 10 0,-185 71 0,0 1 0,0-1 0,0 1 0,0-1 0,1 1 0,-1 0 0,0-1 0,0 1 0,0 0 0,1 0 0,-1 0 0,0 0 0,0 0 0,1 0 0,-1 1 0,0-1 0,0 0 0,1 1 0,-1-1 0,2 1 0,-3 0 0,1 0 0,-1 0 0,0-1 0,0 1 0,0 0 0,0 0 0,0 0 0,0-1 0,0 1 0,0 0 0,0 0 0,0-1 0,0 1 0,0 0 0,-1 0 0,1 0 0,0-1 0,0 1 0,-1 0 0,1-1 0,-1 1 0,1 0 0,0-1 0,-1 1 0,0 0 0,1-1 0,-1 1 0,1-1 0,-1 1 0,0-1 0,0 1 0,-12 11 0,-1 0 0,0-1 0,-25 14 0,-13 10 0,-27 27 0,-122 123 0,164-151 0,24-23 0,0 1 0,1 0 0,-13 18 0,22-27 0,1 0 0,0 1 0,0-1 0,0 1 0,0 0 0,1 0 0,-1-1 0,1 1 0,0 0 0,0 0 0,0 1 0,1-1 0,-1 0 0,1 0 0,0 0 0,0 0 0,1 0 0,0 6 0,3 2 0,1 0 0,0 0 0,0 0 0,1-1 0,1 0 0,0 0 0,0-1 0,1 1 0,1-2 0,-1 1 0,14 10 0,17 13 0,61 39 0,-91-66 0,59 40 0,99 51 0,-143-85 0,1-2 0,1 0 0,0-1 0,0-2 0,0 0 0,1-2 0,0-1 0,30 1 0,82 4 0,-8 1 0,-114-8 0,-1 0 0,0 2 0,1 0 0,-1 0 0,-1 2 0,1 0 0,-1 1 0,17 10 0,-8-5 0,44 16 0,-29-18-1365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9:24.0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444 1600 24575,'133'0'0,"473"-23"0,-480 7 0,36-6 0,242-1 0,-297 25 0,291-3 0,-395 1 0,0 0 0,-1-1 0,1 1 0,0-1 0,0 1 0,0-1 0,-1 0 0,1 0 0,0 0 0,-1 0 0,1 0 0,-1-1 0,1 1 0,-1-1 0,0 0 0,1 0 0,-1 0 0,3-3 0,-3 2 0,-1 0 0,0 0 0,1 0 0,-1 0 0,0 0 0,0 0 0,-1 0 0,1 0 0,-1 0 0,1-1 0,-1 1 0,0 0 0,0 0 0,-1 0 0,1-1 0,-2-4 0,-5-22 0,-16-43 0,-5-23 0,18 52 0,-69-376 0,51 223 0,23 174 0,0 0 0,-2 0 0,-10-26 0,-6-17 0,8-3 0,13 52 0,-2 1 0,0-1 0,0 1 0,-1 0 0,-14-29 0,18 44 0,1 0 0,-1-1 0,0 1 0,1 0 0,-1-1 0,0 1 0,0 0 0,0 0 0,0 0 0,0 0 0,0 0 0,0 0 0,0 0 0,0 0 0,-1 0 0,1 0 0,0 1 0,-1-1 0,1 1 0,0-1 0,-1 1 0,1-1 0,-1 1 0,1 0 0,0-1 0,-1 1 0,1 0 0,-1 0 0,1 0 0,-1 0 0,1 1 0,-1-1 0,1 0 0,-1 0 0,1 1 0,0-1 0,-1 1 0,1 0 0,0-1 0,-1 1 0,1 0 0,0 0 0,0 0 0,0-1 0,-1 1 0,1 1 0,0-1 0,0 0 0,-1 2 0,-4 4 0,0 1 0,0 0 0,1 1 0,0-1 0,0 1 0,-3 9 0,-1 11 0,1-1 0,2 2 0,1-1 0,1 1 0,1 0 0,2 41 0,0-22 0,-9 61 0,1-25 0,2 168 0,7-201 0,1-44 0,0 1 0,0-1 0,1 1 0,0-1 0,0 0 0,1 0 0,0 0 0,0 0 0,1 0 0,0-1 0,8 12 0,5 10 0,-12-19 0,-1-1 0,0 1 0,0-1 0,-1 1 0,0 0 0,-1 1 0,0-1 0,-1 0 0,0 15 0,-1-25 0,0 0 0,0 0 0,0 0 0,0-1 0,0 1 0,0 0 0,0 0 0,0 0 0,-1 0 0,1 0 0,0 0 0,0 0 0,0 0 0,0 0 0,0 0 0,0 0 0,-1 0 0,1 0 0,0 0 0,0 0 0,0-1 0,0 1 0,0 0 0,-1 0 0,1 1 0,0-1 0,0 0 0,0 0 0,0 0 0,0 0 0,0 0 0,-1 0 0,1 0 0,0 0 0,0 0 0,0 0 0,0 0 0,0 0 0,0 0 0,-1 0 0,1 0 0,0 1 0,0-1 0,0 0 0,0 0 0,0 0 0,0 0 0,0 0 0,0 0 0,0 1 0,0-1 0,0 0 0,0 0 0,0 0 0,-1 0 0,1 0 0,0 1 0,-8-16 0,-6-17 0,2-1 0,2 0 0,1-1 0,1 0 0,2 0 0,-2-37 0,2-217 0,7 222 0,1-16 0,1 36 0,-3 0 0,-8-67 0,5 99 0,-1-1 0,0 1 0,-1 1 0,-1-1 0,-8-12 0,7 12 0,0-1 0,1 1 0,-8-30 0,7-2 0,-5-24 0,10 64 0,0 0 0,0 0 0,0 0 0,-1 0 0,0 1 0,0-1 0,0 1 0,-6-8 0,7 12 0,1-1 0,-1 0 0,0 1 0,1-1 0,-1 1 0,0 0 0,0-1 0,0 1 0,0 0 0,0 0 0,0 0 0,0 1 0,0-1 0,-1 0 0,1 1 0,0 0 0,0-1 0,-1 1 0,1 0 0,0 0 0,0 0 0,-1 0 0,1 1 0,0-1 0,0 1 0,-1-1 0,1 1 0,0 0 0,0 0 0,0 0 0,0 0 0,0 0 0,0 0 0,-3 3 0,-6 4 0,0 2 0,0-1 0,1 2 0,-13 14 0,9-9 0,-12 14 0,14-16 0,-1 0 0,-1 0 0,-17 13 0,25-23 0,-1 0 0,1 0 0,-1 0 0,0-1 0,0 0 0,0-1 0,0 0 0,0 0 0,-1 0 0,1-1 0,-13 1 0,-6-1 0,-1 1 0,1 1 0,0 1 0,0 2 0,0 0 0,-38 16 0,45-14 0,-1-1 0,0-1 0,0-1 0,0-1 0,0 0 0,-27 0 0,-128-5 0,72-2 0,-475 3 0,572 0 0,-1 0 0,1 1 0,0-1 0,-1 1 0,1 1 0,0-1 0,0 1 0,0 0 0,0 1 0,0 0 0,1-1 0,-1 2 0,1-1 0,0 1 0,-9 7 0,7-4 0,1 0 0,-1 1 0,1 1 0,0-1 0,1 1 0,0 0 0,1 0 0,-7 19 0,1 5 0,2 1 0,2 0 0,1 1 0,-1 56 0,3-3 0,-4 0 0,-3-1 0,-27 102 0,29-159 0,2-1 0,1 2 0,2-1 0,0 1 0,4 58 0,0-85 0,-1 1 0,1-1 0,0 0 0,0 0 0,0 0 0,1 0 0,0 0 0,-1 0 0,1 0 0,1-1 0,-1 1 0,0 0 0,1-1 0,0 0 0,0 0 0,0 0 0,3 3 0,-3-4 0,-1-1 0,0 1 0,1-1 0,-1 0 0,1 0 0,0 0 0,-1 0 0,1-1 0,0 1 0,-1 0 0,1-1 0,0 0 0,0 0 0,-1 0 0,1 0 0,0 0 0,0-1 0,-1 1 0,1-1 0,0 1 0,-1-1 0,1 0 0,-1 0 0,1-1 0,-1 1 0,1 0 0,3-3 0,3-4 0,-1 0 0,1 0 0,-1 0 0,-1-1 0,0-1 0,0 1 0,9-17 0,17-24 0,15-10 0,144-198 0,-80 91 0,-105 155 0,1-1 0,1 2 0,0-1 0,0 1 0,1 1 0,1-1 0,0 2 0,12-10 0,-13 14 0,-1-1 0,1 2 0,0-1 0,0 1 0,1 1 0,-1 0 0,1 0 0,0 1 0,-1 0 0,1 1 0,14 0 0,1 0 0,-1 0 0,1 0 0,0 2 0,0 1 0,44 9 0,-65-10 0,-1 1 0,0 0 0,0 0 0,0 0 0,0 0 0,0 1 0,0 0 0,0-1 0,-1 1 0,1 1 0,-1-1 0,0 0 0,0 1 0,0 0 0,0-1 0,-1 1 0,0 0 0,0 1 0,0-1 0,0 0 0,0 0 0,-1 1 0,1 6 0,1 5 0,-1 0 0,-1 0 0,0 0 0,-1 0 0,-3 24 0,2-35 0,1-1 0,-1 1 0,1-1 0,-1 1 0,-1-1 0,1 0 0,0 0 0,-1 1 0,0-1 0,0 0 0,-1 0 0,1-1 0,-1 1 0,1 0 0,-1-1 0,0 0 0,0 0 0,-1 1 0,1-2 0,-1 1 0,0 0 0,1-1 0,-1 0 0,0 0 0,0 0 0,-1 0 0,1 0 0,0-1 0,0 0 0,-1 0 0,1 0 0,-1-1 0,1 1 0,-1-1 0,-4 0 0,-174-3 0,55-1 0,70 5 0,-67-2 0,109 0 0,1-1 0,-1 0 0,1-2 0,0 1 0,-26-12 0,37 14 0,0-1 0,0-1 0,0 1 0,1 0 0,-1-1 0,1 0 0,0 0 0,0 0 0,0 0 0,0 0 0,0-1 0,0 1 0,1-1 0,0 0 0,0 0 0,0 0 0,0 0 0,1 0 0,-1 0 0,1 0 0,0-1 0,0 1 0,1 0 0,-1-1 0,1 1 0,1-9 0,-1 6 0,1 0 0,0 0 0,1 0 0,-1 0 0,2 1 0,-1-1 0,1 1 0,-1-1 0,2 1 0,-1 0 0,1 0 0,0 0 0,0 0 0,1 1 0,-1 0 0,8-6 0,0 1 0,1 1 0,0 1 0,0 1 0,1-1 0,0 2 0,0 0 0,0 1 0,1 0 0,20-3 0,14 0 0,78-1 0,17-3 0,-119 6 0,0-1 0,-1-1 0,0-1 0,0-1 0,-1-1 0,23-16 0,-16 10 0,1 2 0,58-22 0,-16 18 0,1 4 0,1 2 0,0 4 0,1 3 0,82 4 0,-154 2 0,0 0 0,0 0 0,0 1 0,0-1 0,0 1 0,0 0 0,-1 0 0,1 0 0,0 1 0,0-1 0,-1 1 0,1 0 0,-1 0 0,1 0 0,-1 1 0,0-1 0,4 4 0,-4-2 0,0 1 0,0-1 0,0 1 0,0 0 0,-1 0 0,0 0 0,0 0 0,0 0 0,-1 0 0,0 0 0,0 1 0,1 7 0,1 35 0,-7 92 0,-1-31 0,5-72 0,-2 0 0,-7 38 0,6-57 0,-2-1 0,0 1 0,-1-1 0,0 0 0,-1 0 0,-12 18 0,11-19 0,-1 0 0,-1 0 0,-1-1 0,0-1 0,-1 1 0,-1-2 0,0 0 0,0 0 0,-2-2 0,-17 13 0,8-10 0,0-1 0,-1-1 0,0-2 0,-1 0 0,0-1 0,0-2 0,-1-1 0,0-1 0,0-1 0,-31 0 0,37-4 0,-11 1 0,-57-5 0,80 3 0,-1-1 0,0 0 0,1-1 0,0 1 0,0-2 0,0 0 0,0 0 0,0 0 0,1-1 0,-11-7 0,10 5 0,1 0 0,0-1 0,0 0 0,0-1 0,1 1 0,0-1 0,0-1 0,1 1 0,1-1 0,0 0 0,0 0 0,1-1 0,0 0 0,0 1 0,2-1 0,-1-1 0,1 1 0,1 0 0,0 0 0,0-1 0,2 1 0,-1 0 0,1-1 0,1 1 0,0 0 0,0 0 0,1 0 0,1 0 0,0 1 0,0-1 0,1 1 0,0 0 0,7-10 0,13-17 0,2 1 0,1 1 0,35-33 0,106-85 0,-125 116 0,3 2 0,1 3 0,55-29 0,-77 47 0,0 2 0,1 1 0,1 1 0,0 1 0,0 2 0,1 1 0,55-5 0,-76 10 0,-1 1 0,0 0 0,1 1 0,-1-1 0,11 4 0,-16-4 0,0 1 0,0 0 0,0-1 0,-1 1 0,1 0 0,0 0 0,0 0 0,-1 0 0,1 1 0,-1-1 0,1 0 0,-1 1 0,1-1 0,-1 1 0,0-1 0,0 1 0,0 0 0,0-1 0,0 1 0,0 0 0,0 0 0,0 0 0,-1 0 0,2 3 0,-2 3 0,1-1 0,-1 0 0,-1 0 0,1 0 0,-1 1 0,0-1 0,-1 0 0,0 0 0,0 0 0,0 0 0,-1-1 0,0 1 0,0-1 0,-1 1 0,-4 5 0,-12 16 0,0-2 0,-24 25 0,27-32 0,-416 429 0,338-363 0,-3-4 0,-208 130 0,228-164 0,-3-4 0,-137 53 0,209-93 0,-1 0 0,0-1 0,0 0 0,-19 2 0,28-4 0,0 0 0,-1 0 0,1 1 0,0-1 0,0-1 0,0 1 0,-1 0 0,1 0 0,0 0 0,0 0 0,0-1 0,0 1 0,0-1 0,-1 1 0,1-1 0,0 1 0,0-1 0,0 0 0,0 1 0,0-1 0,1 0 0,-1 0 0,0 1 0,0-1 0,0 0 0,1 0 0,-1 0 0,0 0 0,1 0 0,-1 0 0,1-1 0,-1 1 0,1 0 0,0 0 0,-1 0 0,1 0 0,0 0 0,0-1 0,0 1 0,0 0 0,0 0 0,0 0 0,0-1 0,0 1 0,0 0 0,1 0 0,-1 0 0,0 0 0,1 0 0,-1-1 0,1 1 0,0-1 0,4-9 0,1-1 0,0 1 0,0 1 0,1-1 0,0 1 0,16-16 0,139-156 0,232-201 0,-347 341 0,2 3 0,65-41 0,-78 62 0,-36 18 0,0 0 0,1 0 0,-1 0 0,0 0 0,0-1 0,1 1 0,-1 0 0,0 0 0,1 0 0,-1 0 0,0 0 0,1 0 0,-1 0 0,0 0 0,1 0 0,-1 0 0,0 0 0,1 0 0,-1 0 0,0 0 0,0 0 0,1 0 0,-1 0 0,0 0 0,1 1 0,-1-1 0,0 0 0,0 0 0,1 0 0,-1 0 0,0 1 0,0-1 0,1 0 0,-1 0 0,0 1 0,0-1 0,0 0 0,1 0 0,-1 1 0,0-1 0,0 0 0,0 1 0,0-1 0,0 0 0,0 0 0,1 1 0,-1-1 0,0 0 0,0 1 0,0-1 0,0 0 0,0 1 0,0-1 0,0 0 0,0 1 0,-1-1 0,-7 18 0,-6 4 0,-2-1 0,-1-1 0,-22 20 0,-12 15 0,8-3-1365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9:10.7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109 28 24575,'0'0'0,"1"-1"0,-1 1 0,1-1 0,-1 1 0,1 0 0,-1-1 0,1 1 0,-1-1 0,1 1 0,-1 0 0,1-1 0,-1 1 0,1 0 0,-1-1 0,1 1 0,0 0 0,-1 0 0,1 0 0,0 0 0,-1 0 0,1 0 0,-1 0 0,1 0 0,0 0 0,-1 0 0,1 0 0,1 0 0,25 1 0,-20 0 0,216 15 0,107 2 0,117-19 0,-426 0 0,1-2 0,-1 0 0,-1-1 0,40-14 0,-42 12 0,1 0 0,-1 2 0,1 0 0,0 0 0,0 2 0,26 0 0,-42 2 0,0 1 0,0-1 0,-1 1 0,1-1 0,0 1 0,-1 0 0,1 0 0,0 0 0,-1 0 0,1 1 0,-1-1 0,0 1 0,0-1 0,1 1 0,-1 0 0,0 0 0,0 0 0,0 0 0,-1 0 0,1 0 0,-1 1 0,1-1 0,-1 1 0,0-1 0,1 1 0,-1-1 0,0 1 0,-1 0 0,1-1 0,-1 1 0,1 3 0,1 11 0,-1 0 0,0 0 0,-1 0 0,-3 20 0,0-7 0,1 19 0,1 1 0,2-1 0,15 91 0,-9-100 0,-3 1 0,0 51 0,3 39 0,3-35 0,-2 106 0,-8-178 0,2 1 0,1-1 0,2 0 0,0 0 0,9 27 0,8 1 0,-16-40 0,-1 1 0,0 0 0,-1 0 0,0 0 0,-1 0 0,2 15 0,-4-21 0,-1 1 0,1-1 0,-1 1 0,-1-1 0,1 0 0,-2 1 0,-1 9 0,2-15 0,0 0 0,0 1 0,0-1 0,-1 0 0,1 0 0,-1 1 0,1-1 0,-1 0 0,0-1 0,0 1 0,0 0 0,0 0 0,0-1 0,0 1 0,0-1 0,-1 0 0,1 1 0,0-1 0,-1 0 0,1-1 0,-1 1 0,1 0 0,-1-1 0,-2 1 0,-11 1 0,0 0 0,0-1 0,0-1 0,0 0 0,-24-5 0,-76-21 0,83 17 0,0 1 0,-68-6 0,-3 14 0,-28 0 0,114-3 0,0-1 0,0 0 0,1-2 0,-1 0 0,-20-10 0,14 6 0,-42-12 0,25 15 0,0 2 0,0 2 0,0 2 0,-47 4 0,0-1 0,38 0 0,30-1 0,-1 0 0,0-1 0,1-2 0,-33-5 0,47 5 0,0 0 0,0 0 0,0-1 0,1 0 0,-1 0 0,1-1 0,0 1 0,-1-1 0,2 0 0,-7-6 0,-4-6 0,-20-30 0,12 15 0,15 21 0,1-1 0,1 0 0,-1-1 0,2 1 0,0-1 0,0 0 0,1 0 0,1-1 0,0 1 0,0-1 0,0-13 0,0-20 0,6-83 0,1 43 0,-6 35 0,-11-66 0,3 34 0,10 79 0,-1 1 0,1-1 0,0 1 0,0-1 0,0 1 0,0-1 0,1 0 0,0 1 0,-1-1 0,1 1 0,0 0 0,1-1 0,-1 1 0,3-5 0,-2 6 0,0-1 0,1 1 0,-1 0 0,0 0 0,1 1 0,-1-1 0,1 0 0,0 1 0,0 0 0,-1-1 0,1 1 0,0 0 0,0 1 0,0-1 0,0 0 0,0 1 0,4-1 0,42-2 0,1 1 0,50 6 0,-3 0 0,599-4 0,-690 0 0,1 0 0,-1 1 0,1-1 0,-1 1 0,0 1 0,1-1 0,-1 1 0,0 0 0,0 0 0,0 1 0,0 0 0,0 0 0,5 4 0,-5-1 0,1 0 0,-1 0 0,0 0 0,-1 1 0,0 0 0,0 0 0,0 0 0,-1 1 0,5 10 0,-1-1 0,-2 1 0,0 0 0,-1 1 0,-1-1 0,0 1 0,1 26 0,-5 117 0,-2-108 0,2-51 0,0 1 0,0 0 0,0 0 0,-1 0 0,1 0 0,-1-1 0,0 1 0,0 0 0,-1 0 0,1-1 0,-1 1 0,0-1 0,1 0 0,-6 7 0,4-8 0,0 1 0,0-1 0,0 0 0,0 0 0,-1 0 0,1-1 0,-1 1 0,1-1 0,-1 0 0,1 0 0,-1 0 0,0 0 0,1-1 0,-1 1 0,-6-1 0,-12 2 0,-1 2 0,1 0 0,-29 11 0,27-8 0,0-1 0,-35 5 0,-10-6 0,0-4 0,-69-7 0,106 3 0,1-2 0,0-1 0,0-1 0,1-2 0,0-1 0,-34-17 0,61 26 0,1 0 0,-1 0 0,1 0 0,0-1 0,-1 1 0,1 0 0,0-1 0,0 0 0,0 0 0,0 1 0,0-1 0,0 0 0,1-1 0,-1 1 0,1 0 0,-1 0 0,1-1 0,0 1 0,0 0 0,0-1 0,0 0 0,0 1 0,0-6 0,1 5 0,1 0 0,-1 0 0,1 0 0,0 1 0,0-1 0,0 0 0,0 0 0,0 1 0,1-1 0,-1 1 0,1-1 0,0 1 0,-1 0 0,1-1 0,0 1 0,0 0 0,1 0 0,-1 0 0,0 1 0,1-1 0,3-2 0,13-7 0,0 2 0,1-1 0,0 2 0,0 1 0,1 0 0,27-4 0,132-12 0,-95 15 0,-22 3 301,-37 4-1134,45-8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8:53.5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617 1213 24575,'-1'0'0,"0"0"0,0-1 0,0 1 0,0-1 0,-1 0 0,1 1 0,0-1 0,0 0 0,0 0 0,0 1 0,1-1 0,-1 0 0,0 0 0,0 0 0,0 0 0,1 0 0,-1 0 0,1 0 0,-1 0 0,1-1 0,-1 1 0,1 0 0,-1 0 0,1 0 0,0-1 0,0 1 0,0 0 0,0 0 0,0-1 0,0 1 0,0-2 0,1-41 0,2 31 0,0 0 0,1 0 0,0 1 0,1-1 0,0 1 0,1 0 0,9-13 0,0 2 0,1 1 0,28-30 0,-30 38 0,1 1 0,0 1 0,1 0 0,0 1 0,0 1 0,2 1 0,19-9 0,13-2 0,68-18 0,-81 29 0,1 0 0,0 3 0,0 1 0,1 1 0,-1 3 0,1 1 0,48 6 0,-67-2 0,-1-1 0,1 2 0,-1 1 0,0 0 0,-1 2 0,32 16 0,-38-17 0,-1 1 0,0 0 0,0 0 0,-1 2 0,0-1 0,0 1 0,-1 0 0,-1 1 0,1 0 0,10 21 0,-14-21 0,0 1 0,0 0 0,-1 0 0,-1 0 0,0 1 0,-1-1 0,1 24 0,-5 92 0,-1-73 0,2-34 0,-1-2 0,-1 1 0,0 0 0,-1 0 0,-11 28 0,12-39 0,-1 0 0,0 0 0,-1 0 0,0-1 0,0 1 0,-1-1 0,0-1 0,0 1 0,-1-1 0,0 0 0,0 0 0,-1-1 0,-12 8 0,-6 0 0,-1-2 0,-1 0 0,0-2 0,0-1 0,-1-2 0,0-1 0,-56 6 0,-217-8 0,258-6 0,30 2 0,-1 0 0,1-2 0,-1 0 0,-27-7 0,38 7 0,0 1 0,0-1 0,0 0 0,0 0 0,1 0 0,-1 0 0,1 0 0,-1-1 0,1 0 0,0 0 0,0 0 0,0 0 0,0 0 0,1-1 0,-1 1 0,1-1 0,0 0 0,0 1 0,0-1 0,0 0 0,-1-6 0,0-5 0,0 1 0,1-1 0,0 0 0,1 0 0,1 0 0,1-15 0,0 21 0,0 0 0,0 1 0,1-1 0,0 1 0,1-1 0,0 1 0,0 0 0,1 0 0,0 0 0,0 1 0,1-1 0,7-8 0,7-4 0,1 1 0,0 1 0,46-30 0,78-36 0,289-136 0,-375 192 0,-36 17 0,6-4 0,1 2 0,58-19 0,-81 30 0,0 1 0,1-1 0,-1 1 0,0 0 0,1 0 0,-1 1 0,1 0 0,-1 0 0,0 0 0,1 1 0,-1 0 0,1 0 0,-1 1 0,0 0 0,0 0 0,0 0 0,0 1 0,0 0 0,-1 0 0,9 6 0,-10-5 0,0 1 0,0-1 0,0 1 0,0 0 0,-1 1 0,0-1 0,0 0 0,-1 1 0,1 0 0,-1 0 0,0-1 0,-1 1 0,1 1 0,0 9 0,0 9 0,-1-1 0,-3 33 0,1-37 0,0 10 0,-1 0 0,-2 0 0,-13 50 0,13-67 0,0-1 0,-1 0 0,0 0 0,-1 0 0,0-1 0,-1 0 0,0 0 0,-1 0 0,0-1 0,-1 0 0,-10 8 0,-6 3 0,-1-2 0,0-1 0,-2-1 0,0-1 0,-1-2 0,0-1 0,-1-1 0,-61 15 0,26-14 0,0-2 0,-1-4 0,-88 0 0,107-7 0,-290-5 0,314 3 0,1-1 0,-1 0 0,-32-11 0,47 12 0,-1-1 0,1-1 0,0 0 0,-1 0 0,2 0 0,-1-1 0,1-1 0,-1 1 0,1-1 0,1 0 0,-10-11 0,3-1 0,1-1 0,1 0 0,1-1 0,1 0 0,0 0 0,2-1 0,-8-34 0,3-1 0,-8-97 0,20 145 0,-1 0 0,1 0 0,0 1 0,1-1 0,0 0 0,0 0 0,1 0 0,0 1 0,0-1 0,1 1 0,0 0 0,7-14 0,-6 16 0,0 0 0,-1 1 0,2-1 0,-1 1 0,0-1 0,1 1 0,0 1 0,0-1 0,0 1 0,0-1 0,1 2 0,-1-1 0,1 0 0,0 1 0,0 0 0,10-2 0,1 2 0,0-1 0,1 2 0,-1 1 0,0 0 0,0 1 0,1 0 0,-1 2 0,0 0 0,26 8 0,-21-3 0,0 1 0,0 0 0,-1 2 0,0 0 0,-1 2 0,27 20 0,-38-25 0,-1-1 0,0 2 0,-1-1 0,0 1 0,0 0 0,-1 0 0,0 1 0,0 0 0,-1 0 0,0 0 0,-1 1 0,-1 0 0,1 0 0,-2 0 0,3 17 0,-1 13 0,-2 0 0,-6 82 0,0-46 0,3-46 0,-1-1 0,-2 1 0,0-1 0,-13 41 0,12-56 0,0-1 0,-1 0 0,0-1 0,-1 1 0,-1-1 0,0-1 0,-1 0 0,0 0 0,-1 0 0,-21 19 0,21-24 0,0 0 0,-1-1 0,1 0 0,-1 0 0,0-1 0,-1 0 0,1-1 0,-1-1 0,0 0 0,1 0 0,-25 1 0,-1-2 0,1-2 0,-62-6 0,95 6 0,1-1 0,-1 1 0,0 0 0,1-1 0,-1 0 0,1 0 0,-1 1 0,1-1 0,-1-1 0,1 1 0,0 0 0,-1-1 0,1 1 0,0-1 0,0 0 0,0 1 0,0-1 0,0 0 0,1 0 0,-3-3 0,3 2 0,-1-1 0,1 1 0,0-1 0,0 0 0,0 1 0,0-1 0,0 0 0,1 0 0,0 1 0,0-1 0,0 0 0,1-6 0,2-5 0,0-1 0,1 1 0,1 0 0,0 0 0,13-23 0,1 2 0,2 0 0,1 1 0,2 2 0,2 0 0,0 2 0,2 1 0,2 1 0,0 1 0,2 2 0,1 1 0,1 1 0,1 2 0,0 2 0,2 1 0,1 2 0,42-14 0,-18 11 0,0 2 0,1 3 0,0 3 0,1 2 0,111-2 0,-166 12 0,1 1 0,0 0 0,-1 0 0,1 1 0,0 0 0,-1 1 0,0 0 0,0 0 0,0 1 0,0 0 0,-1 1 0,13 8 0,-14-8 0,-1 1 0,0 0 0,0 0 0,0 0 0,-1 1 0,0 0 0,0 0 0,-1 0 0,0 1 0,0-1 0,-1 1 0,0 0 0,0 0 0,2 13 0,11 69 0,-4 2 0,-4-1 0,-3 1 0,-11 116 0,6-203 0,0 1 0,-1-1 0,0 1 0,0-1 0,-1 1 0,1-1 0,-1 0 0,0 0 0,-1 0 0,-5 10 0,6-12 0,-1 0 0,0 0 0,0 0 0,0 0 0,-1 0 0,1-1 0,0 0 0,-1 1 0,0-1 0,0-1 0,1 1 0,-1 0 0,0-1 0,0 0 0,-8 2 0,-47 4 0,0-3 0,0-2 0,-75-8 0,47 2 0,62 4 0,15 0 0,0 0 0,1 0 0,-1-1 0,-15-3 0,22 3 0,1 1 0,0-1 0,0 0 0,0 0 0,0 0 0,0 0 0,0 0 0,0 0 0,0-1 0,1 1 0,-1-1 0,0 1 0,1-1 0,-1 0 0,1 1 0,-1-1 0,1 0 0,0 0 0,0 0 0,0 0 0,0 0 0,0 0 0,1 0 0,-2-5 0,-2-23 0,2 0 0,1-1 0,5-59 0,-2 65 0,-1 6 0,1-1 0,0 1 0,2 0 0,0 0 0,2 0 0,0 1 0,1 0 0,0 0 0,2 0 0,0 1 0,1 0 0,0 1 0,2 0 0,0 1 0,0 0 0,2 1 0,0 0 0,17-13 0,41-21 0,3 3 0,2 3 0,101-39 0,-140 65 0,71-19 0,-94 31 0,1 0 0,0 2 0,0 0 0,0 1 0,0 1 0,0 0 0,25 4 0,-39-3 0,1-1 0,-1 1 0,1 0 0,-1 0 0,1 0 0,-1 1 0,0-1 0,0 1 0,0-1 0,0 1 0,0 0 0,0-1 0,0 1 0,0 0 0,-1 0 0,1 1 0,-1-1 0,1 0 0,-1 0 0,0 1 0,0-1 0,0 0 0,0 1 0,0 0 0,-1-1 0,1 5 0,1 8 0,0-1 0,-1 1 0,-2 24 0,0-23 0,1 4 0,-1 5 0,-5 43 0,4-60 0,0 0 0,0 1 0,-1-1 0,0 0 0,0 0 0,-1-1 0,0 1 0,0-1 0,-6 8 0,-2-1 0,-1 0 0,-1-1 0,0 0 0,-1-1 0,0 0 0,-1-1 0,0-1 0,-1-1 0,-29 12 0,-1-3 0,-1-1 0,-72 13 0,7-9 0,-2-5 0,-144 1 0,-235-24 0,484 7 0,-1 0 0,1-1 0,1-1 0,-1 0 0,-13-4 0,20 5 0,-1-1 0,1 1 0,0-1 0,-1 0 0,1 0 0,0 0 0,0 0 0,1-1 0,-1 1 0,0-1 0,1 0 0,0 1 0,-1-1 0,1 0 0,0 0 0,1-1 0,-3-5 0,-2-10 0,1 0 0,2-1 0,0 0 0,1 0 0,1 0 0,0 0 0,5-31 0,-3 17 0,1 15 0,1-1 0,1 0 0,1 1 0,1 0 0,0 0 0,1 0 0,1 1 0,1 0 0,1 0 0,0 1 0,1 0 0,1 1 0,15-16 0,5-3 0,1 1 0,2 2 0,1 1 0,53-34 0,22-5 0,2 5 0,3 5 0,3 5 0,127-40 0,-193 78 0,57-11 0,-90 24 0,1 1 0,0 1 0,0 1 0,0 1 0,41 5 0,-55-4 0,1 1 0,-1 1 0,0-1 0,0 1 0,0 0 0,0 1 0,-1 0 0,1 0 0,-1 0 0,0 1 0,0 0 0,0 0 0,-1 1 0,0-1 0,0 1 0,0 0 0,-1 1 0,0-1 0,0 1 0,0 0 0,-1 0 0,3 8 0,3 11 0,-1 1 0,-1 0 0,-1 0 0,4 47 0,-8-50 0,7 86 0,-9-98 0,0 0 0,-1 0 0,-1-1 0,1 1 0,-2 0 0,-6 20 0,7-28 0,-1 1 0,1 0 0,-1-1 0,0 1 0,-1-1 0,1 0 0,-1 0 0,0 0 0,0-1 0,0 1 0,0-1 0,-6 4 0,-8 3 0,-36 15 0,18-9 0,21-9 0,-1-1 0,1-1 0,-1-1 0,0 0 0,0-1 0,-1 0 0,1-1 0,0-1 0,-1-1 0,1 0 0,-1-1 0,-19-5 0,32 6 0,0-1 0,0 0 0,1 0 0,-1-1 0,1 1 0,-1-1 0,1 1 0,-1-1 0,1 0 0,0-1 0,0 1 0,0 0 0,0-1 0,1 0 0,-1 0 0,0 0 0,-2-5 0,2 3 0,1 0 0,-1-1 0,1 1 0,0-1 0,1 1 0,0-1 0,0 0 0,0 0 0,0 0 0,1-8 0,2-8 0,0 0 0,1 1 0,2-1 0,13-41 0,-1 19 0,3 0 0,1 1 0,1 1 0,3 1 0,1 1 0,58-66 0,-76 98 0,-1 0 0,1 0 0,1 1 0,0 0 0,0 1 0,0-1 0,12-4 0,-19 10 0,0-1 0,0 1 0,0 0 0,0 0 0,0 1 0,0-1 0,0 0 0,1 1 0,-1-1 0,0 1 0,1 0 0,-1 0 0,0 0 0,0 0 0,1 0 0,-1 0 0,0 1 0,1-1 0,-1 1 0,0 0 0,0-1 0,0 1 0,0 0 0,0 0 0,1 0 0,-2 1 0,1-1 0,0 0 0,0 1 0,0-1 0,-1 1 0,1 0 0,-1-1 0,1 1 0,-1 0 0,0 0 0,1 0 0,-1 0 0,1 4 0,2 5 0,0 0 0,-1 0 0,0 1 0,-1-1 0,2 24 0,-4 64 0,-1-60 0,0-12 0,1 25 0,-13 98 0,9-133 0,0 0 0,0 0 0,-2 0 0,0 0 0,0-1 0,-2 0 0,0-1 0,-1 0 0,-17 23 0,6-16 0,-1 0 0,0-2 0,-2-1 0,0 0 0,-1-2 0,-1 0 0,0-2 0,-33 14 0,-25 7 0,-116 33 0,136-52 0,-93 12 0,36-8 0,57-10 0,-1-2 0,-71-1 0,-126-13 0,249 4 0,1 1 0,-1-2 0,1 1 0,-1-2 0,1 0 0,0 0 0,0-1 0,0 0 0,0-1 0,1 0 0,0 0 0,0-1 0,0-1 0,1 0 0,0 0 0,-9-9 0,13 10 0,0 1 0,0-1 0,-1 1 0,1 0 0,-1 1 0,0 0 0,-1 0 0,1 0 0,-1 0 0,0 1 0,0 0 0,0 1 0,0 0 0,0 0 0,0 0 0,-1 1 0,1 0 0,-1 0 0,1 1 0,-1 0 0,1 0 0,-1 1 0,1 0 0,-13 4 0,6-2 0,0 2 0,1 0 0,-1 0 0,1 1 0,1 1 0,-1 0 0,1 1 0,0 0 0,-14 13 0,20-15 0,-1 0 0,1 1 0,1 0 0,-1 0 0,1 0 0,0 1 0,1-1 0,0 1 0,0 0 0,1 0 0,-1 1 0,2-1 0,0 1 0,0-1 0,0 1 0,0 13 0,10 133 0,-8-149 0,1 1 0,0-1 0,1 0 0,0 1 0,0-1 0,0 0 0,0 0 0,1-1 0,0 1 0,1 0 0,-1-1 0,1 0 0,8 9 0,-5-7 0,0-1 0,1 0 0,0 0 0,0-1 0,1 0 0,0 0 0,-1-1 0,13 4 0,7 1 0,1-2 0,0-1 0,0-2 0,0 0 0,34-2 0,601-2 0,-633-1 0,1-1 0,0-2 0,-1-1 0,0-1 0,0-2 0,0-1 0,-1-1 0,-1-2 0,41-22 0,-25 9 0,138-68 0,-161 85 0,0 0 0,0 1 0,1 2 0,-1 0 0,1 1 0,44-1 0,-41 3 0,1 0 0,-1-2 0,44-13 0,-37 9 0,49-7 0,24 11 0,-80 5 0,-1-1 0,0-1 0,0-2 0,0 0 0,47-14 0,-27 1 0,1-2 0,82-18 0,-43 19 0,379-63 0,-410 76 0,67 3 0,-10 1 0,-100-1 0,1-1 0,-1 0 0,0-1 0,0 0 0,0 0 0,0-1 0,-1 0 0,1-1 0,9-7 0,14-9 0,39-33 0,-64 46 0,4-2 0,-1-2 0,0 1 0,-1-2 0,-1 1 0,0-1 0,0-1 0,-1 0 0,-1 0 0,-1-1 0,0 0 0,-1 0 0,8-30 0,-5 8 0,-2 0 0,-2-1 0,-1 0 0,-2-56 0,-2 90 0,0 1 0,0-1 0,0 1 0,0-1 0,0 1 0,-1-1 0,1 1 0,-1-1 0,0 1 0,0 0 0,-1-1 0,1 1 0,-1 0 0,1 0 0,-1 0 0,0 0 0,0 0 0,0 0 0,0 1 0,-1-1 0,1 1 0,-1 0 0,0-1 0,0 1 0,1 0 0,-1 0 0,0 1 0,-1-1 0,1 1 0,0-1 0,0 1 0,-1 0 0,1 1 0,-1-1 0,-4 0 0,-12-2 0,0 1 0,1 0 0,-1 2 0,-35 3 0,-81 19 0,79-11 0,-47 7 0,1 5 0,1 5 0,-135 56 0,134-40 0,1 6 0,-139 91 0,219-126 0,-16 10 0,2 1 0,0 2 0,-53 55 0,76-69 0,-1-1 0,-1 0 0,0-1 0,-32 20 0,-72 30 0,46-27 0,28-14 0,0-2 0,-1-2 0,-87 20 0,-149 12 0,239-43 0,41-6 0,-33 6 0,0-1 0,0-2 0,0-2 0,-53-4 0,80 2 0,0 0 0,0-1 0,0 1 0,1-1 0,-1-1 0,1 1 0,-1-2 0,1 1 0,0-1 0,0 0 0,1 0 0,-1 0 0,1-1 0,0 0 0,0-1 0,0 1 0,1-1 0,0 0 0,0-1 0,0 1 0,1-1 0,0 0 0,1 0 0,-1 0 0,1 0 0,-2-9 0,0-9 0,1-1 0,1 1 0,2 0 0,0-1 0,4-33 0,-1 11 0,-2 18 0,2 0 0,1 0 0,1 0 0,12-42 0,-13 62 0,1 1 0,0 0 0,0-1 0,1 1 0,0 0 0,1 1 0,8-11 0,-10 14 0,1 0 0,0 1 0,0 0 0,0 0 0,0 0 0,1 0 0,0 1 0,0 0 0,-1 0 0,2 0 0,-1 1 0,9-2 0,28-6 0,-25 7 0,0-1 0,0 0 0,-1-1 0,0-2 0,0 1 0,0-2 0,-1 0 0,17-12 0,-19 10 0,0 2 0,0-1 0,0 2 0,1 0 0,0 0 0,1 1 0,-1 1 0,1 1 0,27-4 0,-8 2 0,0-1 0,0-2 0,-1-1 0,53-25 0,-30 9 0,48-25 0,-39 11 0,-32 19 0,0 1 0,70-29 0,-69 35 0,45-25 0,-53 24 0,0 2 0,0 1 0,34-10 0,2 6 0,64-20 0,-94 25 0,0-2 0,-1-1 0,53-33 0,-75 41 0,1 0 0,-1 1 0,1 0 0,0 1 0,0 0 0,0 0 0,14-1 0,5 1 0,44-1 0,-47 4 0,4-3 0,-1-1 0,-1-1 0,1-2 0,-1 0 0,55-26 0,27-8 0,64-23 0,-119 43 0,9-8 265,-47 21-591,0 0 0,1 2 0,0 0 0,32-8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9:36.6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 84 24575,'3'1'0,"1"0"0,-1 0 0,0 0 0,0 0 0,0 0 0,0 0 0,0 1 0,3 2 0,11 5 0,195 50 0,-148-44 0,-2 2 0,66 27 0,-97-32 0,1 0 0,0-3 0,1 0 0,49 5 0,-21-8 0,97-3 0,-129-3 0,0-1 0,0-1 0,0-2 0,0-1 0,54-17 0,-56 13 0,-10 3 0,0 0 0,30-17 0,136-88 0,-14 9 0,-166 100 0,-1 1 0,1-1 0,-1 1 0,1-1 0,0 1 0,0 0 0,-1 0 0,1 0 0,0 1 0,0-1 0,0 0 0,0 1 0,0 0 0,0 0 0,0 0 0,5 1 0,-5 0 0,-1 0 0,0 0 0,1 1 0,-1-1 0,0 1 0,0-1 0,0 1 0,0 0 0,-1 0 0,1 0 0,0 0 0,-1 0 0,1 0 0,-1 0 0,0 0 0,0 1 0,0-1 0,0 1 0,0-1 0,1 4 0,4 20 0,0 0 0,-2 1 0,-1 0 0,0 0 0,-3 35 0,0-25 0,1 0 0,8 40 0,19 48 0,10 57 0,-6 114 0,-5-78 0,-1 5 0,-25-215 0,-1-1 0,1 1 0,-2 0 0,1-1 0,-1 1 0,0 0 0,-1-1 0,-2 10 0,2-15 0,1 1 0,-1 0 0,1-1 0,-1 1 0,0-1 0,0 1 0,0-1 0,0 0 0,-1 0 0,1 0 0,-1 0 0,1 0 0,-1-1 0,0 1 0,1-1 0,-1 0 0,0 1 0,0-1 0,0 0 0,0-1 0,0 1 0,0-1 0,-5 1 0,-43 3 0,1-3 0,-56-5 0,22 0 0,-649 0 0,471 5 0,191-5 0,0-3 0,-77-18 0,32 6 0,101 15 0,1 0 0,-1 0 0,1-1 0,0-1 0,-26-15 0,-15-6 0,50 25 0,-1-1 0,1 1 0,0-1 0,0 0 0,0-1 0,1 1 0,-1-1 0,1 0 0,-1 0 0,1 0 0,1-1 0,-1 1 0,-3-7 0,3 3 0,1 1 0,0-1 0,0 0 0,0 0 0,1 0 0,1 0 0,-1-1 0,1-14 0,2-237 0,3 99 0,-3 144 0,1 0 0,1 0 0,0 0 0,1 1 0,8-21 0,-4 13 0,8-39 0,-9 32 0,1 0 0,2 0 0,1 1 0,15-29 0,12-32 0,-31 75 0,-1 0 0,2 1 0,0 0 0,1 0 0,0 1 0,1 0 0,1 1 0,0 0 0,1 1 0,0 0 0,1 1 0,0 0 0,1 1 0,0 0 0,1 1 0,0 1 0,0 1 0,19-7 0,49-18 0,-61 21 0,1 2 0,1 1 0,-1 1 0,1 0 0,1 2 0,29-2 0,333 6 0,-182 3 0,-172-2 0,0-1 0,54 7 0,-74-4 0,-1 1 0,1 0 0,-1 1 0,1 0 0,-1 1 0,-1 0 0,19 12 0,-10-5 0,6 3 0,0 2 0,-1 0 0,-1 2 0,0 0 0,33 38 0,-45-43 0,-1 0 0,-1 1 0,0 0 0,-1 1 0,-1 0 0,-1 1 0,0-1 0,-1 1 0,0 1 0,-2-1 0,0 1 0,-1 0 0,-1 0 0,1 36 0,-3-33 0,-4 72 0,3-83 0,0 1 0,-1-1 0,-1 0 0,0 0 0,0 0 0,-8 16 0,-27 46 0,-4-2 0,-3-1 0,-72 85 0,108-143 0,-1-1 0,1-1 0,-2 1 0,1-2 0,-1 1 0,0-2 0,-1 1 0,0-1 0,0-1 0,-1 0 0,1-1 0,-1-1 0,0 0 0,-1 0 0,1-1 0,0-1 0,-1 0 0,-17 0 0,-322-13 0,347 11 0,0 0 0,0 0 0,1-1 0,-1 1 0,0-1 0,0-1 0,1 1 0,-1-1 0,1 0 0,-8-4 0,10 4 0,0 0 0,1 0 0,0 0 0,-1 0 0,1-1 0,0 1 0,0 0 0,1-1 0,-1 0 0,0 1 0,1-1 0,-1 0 0,1 0 0,0 0 0,0 0 0,0 0 0,1 0 0,-1 0 0,1 0 0,-1-6 0,1-3 0,1 0 0,-1-1 0,2 1 0,0 0 0,0 1 0,1-1 0,5-12 0,36-79 0,-42 100 0,10-21 0,2 0 0,1 2 0,1-1 0,0 2 0,2 0 0,0 1 0,2 1 0,0 1 0,1 1 0,0 0 0,38-20 0,-47 29 0,39-24 0,1 2 0,2 2 0,73-26 0,-84 40 0,50-10 0,-76 21 0,-1 1 0,1 0 0,0 1 0,0 1 0,0 1 0,22 3 0,-35-3 0,0 0 0,0 0 0,0 1 0,0-1 0,0 1 0,-1 0 0,1 0 0,0 0 0,-1 0 0,0 1 0,0-1 0,1 1 0,-2 0 0,1 0 0,0 0 0,0 0 0,-1 1 0,0-1 0,0 1 0,0 0 0,0-1 0,0 1 0,-1 0 0,0 0 0,0 0 0,0 0 0,0 0 0,0 5 0,0 1 0,0 0 0,-1 0 0,0 0 0,-1 0 0,0 0 0,0 0 0,-1 0 0,0 0 0,-1 0 0,-7 16 0,3-12 0,-2-1 0,1 0 0,-1 0 0,-1-1 0,0 0 0,-1-1 0,-1 0 0,1-1 0,-16 11 0,-13 7 0,-71 36 0,31-24 0,-2-2 0,-2-5 0,-1-3 0,-1-4 0,-2-3 0,-116 14 0,58-21 0,-190-2 0,331-14 0,1 0 0,0 0 0,-1-1 0,1 1 0,0-1 0,0 0 0,-1 0 0,-6-4 0,10 4 0,-1 1 0,1-1 0,0 0 0,0 0 0,0-1 0,0 1 0,0 0 0,0 0 0,1 0 0,-1-1 0,0 1 0,0 0 0,1-1 0,-1 1 0,1 0 0,0-1 0,-1 1 0,1-1 0,0 1 0,0-1 0,0 1 0,0-1 0,0 1 0,0-1 0,0 1 0,0 0 0,0-1 0,1 1 0,0-3 0,3-9 0,0 1 0,1 0 0,0 0 0,1 1 0,0 0 0,1 0 0,10-13 0,66-73 0,-57 69 0,269-273 0,-266 276 0,40-29 0,-57 46 0,1 0 0,0 1 0,0 0 0,1 1 0,-1 0 0,22-4 0,-33 9 0,0 0 0,1 1 0,-1-1 0,0 1 0,1 0 0,-1 0 0,0 0 0,1 0 0,-1 0 0,0 1 0,0-1 0,1 1 0,-1-1 0,0 1 0,0 0 0,1 0 0,-1 0 0,0 0 0,0 0 0,2 2 0,-2-1 0,0 0 0,0 1 0,0-1 0,0 1 0,-1-1 0,1 1 0,-1 0 0,0 0 0,1 0 0,-1 0 0,0 0 0,-1 0 0,2 4 0,-1 11 0,0-1 0,0 1 0,-2 0 0,-3 24 0,2-26 0,1-5 0,0 1 0,-1-1 0,0 0 0,-1-1 0,0 1 0,-8 17 0,8-22 0,-1 0 0,0 0 0,0 0 0,-1-1 0,1 1 0,-1-1 0,0 0 0,-1-1 0,1 1 0,-1-1 0,-11 6 0,-14 6 0,0-1 0,-1-2 0,0-1 0,-1-2 0,-1-1 0,1-1 0,-1-2 0,-64 3 0,94-9 0,1 1 0,0-1 0,0 0 0,-1 0 0,1-1 0,0 1 0,0-1 0,-1 1 0,1-1 0,0 0 0,0 0 0,0 0 0,0-1 0,0 1 0,0-1 0,0 0 0,1 0 0,-1 0 0,1 0 0,-1 0 0,1 0 0,0-1 0,0 1 0,0-1 0,0 1 0,0-1 0,0 0 0,1 0 0,-1 0 0,1 0 0,0 0 0,0 0 0,0 0 0,0 0 0,1-1 0,-1 1 0,1 0 0,0-5 0,-3-28 0,3 0 0,0-1 0,9-51 0,-9 80 0,2 0 0,-1-1 0,1 1 0,1 0 0,-1 0 0,2 0 0,-1 0 0,1 1 0,0-1 0,0 1 0,1 0 0,0 0 0,0 1 0,1 0 0,-1-1 0,1 2 0,1-1 0,-1 1 0,1 0 0,0 0 0,0 1 0,1 0 0,-1 0 0,1 0 0,0 1 0,0 1 0,0-1 0,0 1 0,1 1 0,-1-1 0,0 1 0,15 1 0,2-1 0,64 0 0,-83 1 0,1 1 0,-1 0 0,1 0 0,-1 0 0,1 1 0,-1 0 0,1 0 0,-1 1 0,0 0 0,7 4 0,-10-4 0,0 0 0,0 1 0,0-1 0,0 1 0,-1-1 0,1 1 0,-1 0 0,0 0 0,0 0 0,0 1 0,-1-1 0,1 0 0,-1 1 0,0-1 0,0 1 0,0 6 0,0 12 0,0-1 0,-2 25 0,0-25 0,-6 176-1365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8:00.6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836 956 24575,'-3'1'0,"0"1"0,1 0 0,-1 0 0,0 1 0,1-1 0,0 0 0,-1 1 0,1 0 0,0-1 0,0 1 0,0 0 0,-2 5 0,-1 1 0,-30 42 0,4-2 0,-3-2 0,-73 79 0,94-113 0,-1 0 0,-1-1 0,0-1 0,-1 0 0,0-1 0,0-1 0,-1 0 0,0-2 0,-1 0 0,0 0 0,0-2 0,0 0 0,-20 2 0,6-3 0,0-1 0,0-2 0,0-1 0,0-2 0,-46-8 0,73 10 0,0-1 0,1 0 0,-1 0 0,0 0 0,1-1 0,-1 0 0,1 0 0,0 0 0,-1 0 0,1-1 0,0 0 0,0 0 0,1 0 0,-1 0 0,0 0 0,1-1 0,0 1 0,0-1 0,0 0 0,0 0 0,1 0 0,0-1 0,0 1 0,0 0 0,0-1 0,0 0 0,1 1 0,0-1 0,0 0 0,0 1 0,1-1 0,-1-6 0,0-8 0,0-1 0,1 1 0,1 0 0,1-1 0,0 1 0,2 0 0,0 0 0,1 0 0,1 1 0,13-30 0,97-168 0,-91 177 0,1 1 0,3 2 0,42-45 0,-51 63 0,0 2 0,1 0 0,0 1 0,1 2 0,1 0 0,0 1 0,1 1 0,32-9 0,-22 6 0,-1-2 0,38-23 0,-6 3 0,-8 7 0,46-25 0,-90 46 0,0-2 0,0 1 0,-1-1 0,0-1 0,13-16 0,-5 6 0,27-23 0,-30 30 0,-1-2 0,25-29 0,-40 44 0,-1 1 0,1-1 0,-1 1 0,1-1 0,-1 1 0,0-1 0,1 1 0,-1-1 0,0 0 0,1 1 0,-1-1 0,0 0 0,0 1 0,1-1 0,-1 0 0,0 1 0,0-1 0,0 0 0,0 1 0,0-1 0,0 0 0,0 1 0,0-1 0,-1-1 0,1 2 0,-1-1 0,1 1 0,-1 0 0,0-1 0,1 1 0,-1 0 0,0 0 0,1-1 0,-1 1 0,0 0 0,1 0 0,-1 0 0,0 0 0,1 0 0,-1 0 0,0 0 0,0 0 0,1 0 0,-2 0 0,-45 12 0,36-9 0,-49 14 0,0-2 0,-2-4 0,1-1 0,-98 1 0,146-10 0,0 1 0,0 0 0,0 1 0,1 1 0,-1 0 0,1 1 0,0 0 0,0 1 0,0 0 0,-12 9 0,6-4 0,-1-1 0,-39 14 0,28-18 0,0-1 0,-1-1 0,0-2 0,1-1 0,-1-2 0,-38-5 0,66 6 0,0-1 0,-1 1 0,1-1 0,0 0 0,0 1 0,0-1 0,0-1 0,0 1 0,0 0 0,0-1 0,0 1 0,1-1 0,-1 0 0,1 0 0,-1 0 0,1 0 0,0-1 0,-1 1 0,1 0 0,0-1 0,1 0 0,-1 1 0,0-1 0,1 0 0,-1 0 0,0-4 0,1 5 0,1-1 0,0 0 0,-1 0 0,1 1 0,0-1 0,1 0 0,-1 0 0,0 1 0,1-1 0,-1 0 0,1 1 0,0-1 0,0 0 0,0 1 0,0-1 0,1 1 0,-1 0 0,1-1 0,-1 1 0,1 0 0,0 0 0,0 0 0,0 0 0,0 0 0,0 0 0,0 1 0,0-1 0,1 1 0,-1-1 0,5-1 0,13-5 0,-1 1 0,1 1 0,0 0 0,0 2 0,1 0 0,-1 1 0,1 1 0,21 1 0,-42 1 0,0 0 0,0 0 0,0 0 0,0 0 0,0 0 0,0 0 0,0 0 0,1 0 0,-1 0 0,0 0 0,0 0 0,0 0 0,0 0 0,0 0 0,0 0 0,0 0 0,0 0 0,1 0 0,-1 0 0,0 0 0,0 0 0,0 0 0,0 0 0,0 0 0,0 0 0,0 0 0,0 0 0,1 0 0,-1 0 0,0 1 0,0-1 0,0 0 0,0 0 0,0 0 0,0 0 0,0 0 0,0 0 0,0 0 0,0 0 0,0 0 0,0 1 0,0-1 0,0 0 0,0 0 0,0 0 0,0 0 0,0 0 0,0 0 0,0 0 0,0 1 0,0-1 0,0 0 0,0 0 0,0 0 0,0 0 0,0 0 0,0 0 0,0 0 0,0 0 0,0 1 0,0-1 0,0 0 0,0 0 0,0 0 0,0 0 0,-10 8 0,-14 6 0,-15 0 0,27-10 0,0 0 0,0 1 0,0 0 0,1 1 0,-17 12 0,19-12 0,0 1 0,0 1 0,1-1 0,0 1 0,1 1 0,0 0 0,0 0 0,1 0 0,0 1 0,1-1 0,0 2 0,0-1 0,1 0 0,0 1 0,1 0 0,-3 18 0,-3 26 0,-2 100 0,13 61 0,1-82 0,-3-21 0,2 92 0,-2-194 0,1 0 0,0 0 0,1 0 0,0 0 0,1 0 0,0 0 0,0-1 0,2 0 0,-1 1 0,10 15 0,-8-18 0,1 0 0,-1-1 0,1 0 0,0 0 0,1 0 0,0-1 0,0 0 0,0-1 0,1 0 0,-1 0 0,1-1 0,11 4 0,53 20 0,148 34 0,-169-52 0,0-2 0,1-3 0,94-2 0,-136-3 0,1-1 0,0-1 0,0 0 0,-1-1 0,1 0 0,-1-1 0,0 0 0,0 0 0,-1-1 0,1-1 0,17-12 0,-16 9 0,-1-2 0,0 1 0,0-1 0,-1-1 0,-1 0 0,0 0 0,0-1 0,6-15 0,6-18 0,-3 0 0,-2-2 0,-1 0 0,10-67 0,-25 114 0,11-52 0,-2 18 0,-1-1 0,-2 0 0,-2 0 0,-1 0 0,-3-38 0,0 71 0,0 0 0,0-1 0,-1 1 0,1 0 0,-1-1 0,0 1 0,0 0 0,0 0 0,-1 0 0,1 0 0,-1 0 0,1 0 0,-1 0 0,0 0 0,0 1 0,-1-1 0,1 1 0,0 0 0,-1-1 0,1 1 0,-1 0 0,0 0 0,-3-1 0,-2 0 0,0 0 0,-1 1 0,1 0 0,0 0 0,-1 1 0,1 0 0,-1 0 0,-8 1 0,-22 2 0,0 2 0,1 1 0,0 2 0,0 2 0,1 1 0,0 2 0,1 1 0,0 2 0,-38 22 0,57-27 0,0 1 0,0 0 0,1 1 0,1 1 0,0 1 0,-26 29 0,35-35 0,0 0 0,1 0 0,0 0 0,0 0 0,1 1 0,0 0 0,1-1 0,0 2 0,0-1 0,1 0 0,0 0 0,1 1 0,0-1 0,0 1 0,1-1 0,1 15 0,-1-22 0,0-1 0,0 1 0,1 0 0,-1 0 0,0 0 0,1 0 0,-1-1 0,1 1 0,0 0 0,0 0 0,-1-1 0,1 1 0,0-1 0,0 1 0,1-1 0,-1 1 0,0-1 0,0 0 0,1 1 0,-1-1 0,1 0 0,-1 0 0,1 0 0,-1 0 0,1 0 0,0 0 0,-1-1 0,1 1 0,0-1 0,0 1 0,0-1 0,-1 1 0,1-1 0,0 0 0,0 0 0,0 0 0,0 0 0,0 0 0,3-1 0,5-1 0,1-1 0,-1 0 0,0-1 0,-1 0 0,1 0 0,9-6 0,18-13 0,-1-1 0,-2-2 0,0-1 0,52-54 0,103-144 0,-129 145 0,-3-4 0,-4-1 0,-3-3 0,-5-2 0,52-144 0,-96 232 0,0 0 0,-1-1 0,1 1 0,-1 0 0,1-1 0,-1 1 0,0 0 0,0-1 0,0 1 0,0-1 0,0 1 0,-1 0 0,0-4 0,1 5 0,0 1 0,0 0 0,-1 0 0,1-1 0,0 1 0,0 0 0,-1-1 0,1 1 0,0 0 0,0 0 0,-1 0 0,1-1 0,0 1 0,0 0 0,-1 0 0,1 0 0,0 0 0,-1-1 0,1 1 0,0 0 0,-1 0 0,1 0 0,0 0 0,-1 0 0,1 0 0,-1 0 0,1 0 0,0 0 0,-1 0 0,1 0 0,0 0 0,-1 0 0,-18 14 0,-81 103 0,36-40 0,8-11 100,-17 20-833,-127 116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7:05.8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 1598 24575,'-2'-1'0,"1"1"0,-1 0 0,1-1 0,0 0 0,-1 1 0,1-1 0,0 0 0,-1 0 0,1 1 0,0-1 0,0 0 0,-1 0 0,1 0 0,0-1 0,0 1 0,0 0 0,-1-2 0,-16-27 0,14 22 0,-3-5 0,0-1 0,2 0 0,0 0 0,0 0 0,2 0 0,-1-1 0,2 0 0,-1-19 0,3-127 0,3 82 0,-2 3 0,-18-143 0,8 133 0,4 0 0,6-98 0,1 55 0,-3 66 0,-1 29 0,2 0 0,5-40 0,-5 71 0,0 1 0,1-1 0,-1 0 0,1 0 0,0 1 0,0-1 0,0 0 0,0 1 0,0-1 0,1 1 0,-1-1 0,1 1 0,0 0 0,-1 0 0,1 0 0,0 0 0,0 0 0,0 0 0,1 0 0,-1 0 0,0 1 0,1 0 0,-1-1 0,1 1 0,-1 0 0,1 0 0,0 0 0,-1 0 0,1 1 0,0-1 0,4 0 0,-1 1 0,0 0 0,0 1 0,0 0 0,0 0 0,0 0 0,0 0 0,0 1 0,0 0 0,0 0 0,-1 1 0,1-1 0,-1 1 0,9 6 0,51 38 0,80 41 0,-136-83 0,1 0 0,-1-1 0,1 0 0,0-1 0,0 0 0,0-1 0,0 0 0,0-1 0,1 1 0,-1-2 0,1 0 0,-1 0 0,0-1 0,1 0 0,-1-1 0,0 0 0,0 0 0,0-1 0,0-1 0,0 0 0,15-8 0,4-5 0,2 1 0,0 1 0,46-14 0,14-7 0,-77 31 0,1 0 0,-1 0 0,1 1 0,0 1 0,0 1 0,17-1 0,91 4 0,-91 1 0,0-1 0,0-2 0,43-6 0,7-15 0,-62 15 0,1 1 0,40-6 0,-44 10 0,1 1 0,0-1 0,0-1 0,-1-1 0,1 0 0,25-11 0,56-23 0,-88 35 0,-1 0 0,1 1 0,-1 0 0,1 1 0,0 0 0,-1 1 0,20 1 0,-26 0 0,0 0 0,-1 0 0,1 0 0,-1 1 0,1-1 0,-1 1 0,0 0 0,0 0 0,0 0 0,0 0 0,0 0 0,0 1 0,-1 0 0,1-1 0,-1 1 0,1 0 0,-1 0 0,0 0 0,0 0 0,-1 1 0,1-1 0,-1 1 0,1-1 0,-1 1 0,0-1 0,1 8 0,1 8 0,-1 0 0,0 1 0,-3 36 0,0-40 0,-1 68 0,1 229 0,15-198 0,-8-73 0,2 54 0,-8-40 0,15 104 0,-8-113 0,-3 0 0,-1 0 0,-6 74 0,3-118 0,0 0 0,-1 0 0,1 0 0,0 0 0,-1 0 0,0 0 0,0 0 0,0 0 0,0 0 0,0-1 0,-1 1 0,1 0 0,-1-1 0,1 1 0,-1-1 0,0 1 0,0-1 0,-1 0 0,1 0 0,0 0 0,-1 0 0,1 0 0,-1 0 0,1-1 0,-1 1 0,-5 1 0,1-2 0,0 1 0,0-1 0,0 0 0,0-1 0,0 0 0,0 0 0,0-1 0,0 0 0,0 0 0,-11-3 0,-127-19 0,4 1 0,91 10 0,0 3 0,0 2 0,-101 0 0,-191 8 0,330 0 0,0 0 0,-1 1 0,1 0 0,0 1 0,0 0 0,0 1 0,0 0 0,-15 8 0,-10 8 0,-40 29 0,5-4 0,67-42 0,0 0 0,0-1 0,0 1 0,-1-1 0,1-1 0,-1 1 0,1-1 0,-1 0 0,0 0 0,1 0 0,-1-1 0,0 0 0,0 0 0,1-1 0,-1 1 0,-6-3 0,8 2 0,0 0 0,0-1 0,0 0 0,1 0 0,-1 0 0,0 0 0,1 0 0,0-1 0,0 1 0,-1-1 0,1 0 0,1 0 0,-1 0 0,0-1 0,1 1 0,0-1 0,0 1 0,0-1 0,0 0 0,0 0 0,1 0 0,-2-5 0,-3-21 0,2-1 0,1 0 0,1 0 0,2 0 0,6-49 0,-2-13 0,-5 25 0,-1 43 0,1 0 0,2 0 0,0 0 0,7-32 0,-7 54 0,0-1 0,0 0 0,1 1 0,-1 0 0,1-1 0,0 1 0,0 0 0,0 0 0,0 0 0,1 0 0,-1 0 0,1 0 0,-1 1 0,1-1 0,0 1 0,0 0 0,0-1 0,1 2 0,3-3 0,4-1 0,2 1 0,-1 0 0,0 1 0,18-2 0,-16 3 0,1-1 0,22-8 0,3-8 0,-2-1 0,37-25 0,-2 1 0,-47 27 0,0-1 0,31-30 0,-41 33 0,1 1 0,0 0 0,1 1 0,0 1 0,1 1 0,34-15 0,-37 21 0,1 1 0,1 1 0,-1 1 0,0 0 0,21 1 0,88 8 0,-116-6 0,-1 0 0,1 2 0,-1-1 0,0 1 0,1 0 0,-1 1 0,-1 0 0,1 0 0,-1 1 0,11 8 0,-1 1 0,0 2 0,0 0 0,16 21 0,-25-25 0,-1 1 0,0 0 0,-1 0 0,-1 1 0,0 0 0,0 0 0,4 25 0,15 32 0,-1-17 0,-2-6 0,23 73 0,-43-114 0,0 1 0,0 0 0,-1-1 0,0 1 0,-1 0 0,0-1 0,0 1 0,-1 9 0,0-14 0,1 0 0,-1 0 0,0 0 0,0 0 0,0-1 0,-1 1 0,1 0 0,0-1 0,-1 1 0,0-1 0,0 1 0,0-1 0,0 0 0,0 0 0,0 0 0,0 0 0,-1 0 0,1-1 0,0 1 0,-1 0 0,0-1 0,1 0 0,-1 0 0,-4 2 0,-16 1 0,0 0 0,0-2 0,0 0 0,0-2 0,-1 0 0,-22-4 0,-15 1 0,22 2 0,8 1 0,-1-1 0,0-2 0,-41-8 0,64 9 0,1 0 0,-1-1 0,1 0 0,0-1 0,0 0 0,0 0 0,0 0 0,1-1 0,0 0 0,0-1 0,0 1 0,1-1 0,-1-1 0,2 1 0,-1-1 0,-8-13 0,13 19 0,0-1 0,0 1 0,0-1 0,0 0 0,0 1 0,0-1 0,0 0 0,1 0 0,-1 0 0,1 0 0,-1 0 0,1 0 0,0 1 0,0-1 0,0 0 0,0 0 0,0 0 0,0 0 0,0 0 0,1 0 0,-1 0 0,1 0 0,-1 0 0,1 0 0,0 1 0,0-1 0,0 0 0,0 0 0,0 1 0,0-1 0,0 1 0,0-1 0,1 1 0,-1-1 0,0 1 0,1 0 0,0 0 0,-1 0 0,1 0 0,0 0 0,-1 0 0,4-1 0,4-2 0,0 1 0,1 0 0,-1 0 0,1 1 0,0 1 0,0-1 0,10 1 0,102-11 0,13 0 0,-126 11 0,0 1 0,0 1 0,1 0 0,-1 0 0,0 0 0,12 5 0,-19-6 0,0 1 0,0 0 0,-1 0 0,1 0 0,0 0 0,-1 0 0,1 1 0,-1-1 0,0 0 0,1 1 0,-1-1 0,0 1 0,0 0 0,0-1 0,0 1 0,0 0 0,0-1 0,0 1 0,0 0 0,-1 0 0,1 0 0,-1 0 0,0 0 0,1-1 0,-1 1 0,0 0 0,0 0 0,0 0 0,0 0 0,-1 0 0,1 0 0,0 0 0,-1 0 0,1 0 0,-1 0 0,-1 2 0,0 2 0,-1 1 0,0 0 0,-1-1 0,1 0 0,-1 1 0,0-1 0,-1-1 0,0 1 0,1-1 0,-2 0 0,1 0 0,-1 0 0,1-1 0,-1 1 0,0-1 0,-1-1 0,-7 4 0,-15 6 0,0-2 0,-51 14 0,53-18 0,-17 3 0,-2-2 0,1-3 0,-1-1 0,0-2 0,0-2 0,-50-7 0,84 6 0,1-1 0,-1-1 0,1 0 0,-1-1 0,1 0 0,0 0 0,0-1 0,1-1 0,0 0 0,0 0 0,0-1 0,0 0 0,-9-11 0,5 5 0,1-1 0,0-1 0,1 0 0,1-1 0,1 0 0,0-1 0,-10-24 0,17 34 0,-6-12 0,0-1 0,-19-29 0,25 44 0,-1 0 0,0 0 0,-1 0 0,1 0 0,-1 1 0,0 0 0,0 0 0,-1 0 0,1 0 0,-1 1 0,1 0 0,-1 0 0,-7-2 0,-14-7 0,0 0 0,1-2 0,0-1 0,2-1 0,0-1 0,-35-33 0,50 43 0,1-1 0,0 0 0,0 0 0,1-1 0,0 0 0,0-1 0,1 0 0,1 1 0,-1-2 0,2 1 0,-5-12 0,7 14 0,0 0 0,1-1 0,-1 1 0,2-1 0,-1 1 0,1-1 0,1 1 0,-1 0 0,1-1 0,1 1 0,0-1 0,0 1 0,0 0 0,1 0 0,6-12 0,38-58 316,-34 58-736,-1 0-1,0-1 1,11-30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6:45.6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142 236 24575,'17'0'0,"116"5"0,-116-3 0,-1 0 0,0 2 0,0 0 0,0 1 0,0 0 0,15 9 0,-15-7 0,1 0 0,-1-1 0,1-1 0,0 0 0,35 4 0,-7-5 0,51-3 0,240-3 0,-318 0 0,0-1 0,-1 0 0,1-2 0,-1 0 0,1-1 0,-2 0 0,30-17 0,-27 14 0,-6 2 0,-1-1 0,0 0 0,-1-1 0,0 0 0,0-1 0,-1-1 0,0 1 0,-1-1 0,0-1 0,-1 0 0,0 0 0,-1-1 0,0 1 0,-1-2 0,-1 1 0,0-1 0,3-15 0,-7 28 0,-1 0 0,1 0 0,-1-1 0,0 1 0,1 0 0,-1-1 0,0 1 0,0 0 0,0-1 0,0 1 0,0 0 0,0-1 0,-1 1 0,1 0 0,0-1 0,-1 1 0,1 0 0,-1 0 0,1-1 0,-1 1 0,0 0 0,1 0 0,-1 0 0,0 0 0,0 0 0,0 0 0,0 0 0,0 0 0,0 0 0,0 0 0,0 0 0,0 1 0,0-1 0,0 0 0,-1 1 0,1-1 0,0 1 0,0-1 0,-1 1 0,1 0 0,0 0 0,-1-1 0,1 1 0,0 0 0,-1 0 0,1 0 0,0 0 0,-1 1 0,1-1 0,0 0 0,-1 0 0,1 1 0,-1 0 0,-9 2 0,0 0 0,1 0 0,0 1 0,0 1 0,-11 5 0,-19 13 0,-1-3 0,-65 23 0,63-23 0,42-20 0,1 0 0,-1 1 0,0-1 0,1 0 0,-1 0 0,1 1 0,-1-1 0,1 0 0,-1 1 0,0-1 0,1 0 0,0 1 0,-1-1 0,1 1 0,-1-1 0,1 1 0,-1-1 0,1 1 0,0 0 0,0-1 0,-1 1 0,1-1 0,0 1 0,0-1 0,-1 1 0,1 0 0,0-1 0,0 1 0,0 0 0,0-1 0,0 1 0,0 0 0,0-1 0,0 1 0,0-1 0,1 1 0,-1 0 0,0-1 0,0 1 0,0 0 0,1-1 0,-1 1 0,0-1 0,1 1 0,-1-1 0,0 1 0,1-1 0,-1 1 0,1-1 0,-1 1 0,1-1 0,-1 0 0,1 1 0,-1-1 0,1 0 0,-1 1 0,1-1 0,0 0 0,-1 0 0,1 1 0,-1-1 0,1 0 0,0 0 0,0 0 0,10 4 0,1 0 0,-1-1 0,1-1 0,-1 1 0,22-1 0,65-1 0,-54-2 0,432-2 0,-471 3 0,1 0 0,-1 0 0,1 0 0,0 1 0,-1 0 0,1 0 0,-1 0 0,1 1 0,-1 0 0,0 0 0,6 3 0,-8-2 0,0-1 0,0 1 0,-1-1 0,1 1 0,-1 0 0,1 0 0,-1 0 0,0 1 0,0-1 0,-1 1 0,1-1 0,-1 1 0,1-1 0,-1 1 0,0 0 0,0-1 0,0 5 0,4 40 0,-1 0 0,-2-1 0,-7 64 0,1-13 0,2 504 0,3-349 0,1-216 0,10 58 0,-6-57 0,3 56 0,-8-59 0,10 46 0,-6-54 0,-2-1 0,0 0 0,-2 43 0,-3-61 0,0 0 0,0 0 0,0-1 0,-1 1 0,0 0 0,0-1 0,-1 0 0,0 0 0,-1 0 0,1 0 0,-1-1 0,0 0 0,-10 9 0,-9 8 0,-53 37 0,65-51 0,9-8 0,-20 17 0,-48 26 0,62-40 0,-1 0 0,0 0 0,-1-1 0,1 0 0,0 0 0,-1-1 0,0-1 0,-15 1 0,12-2 0,-1 0 0,0 0 0,1-1 0,-1-1 0,1-1 0,0 0 0,-1-1 0,1 0 0,1-1 0,-1-1 0,1 0 0,-21-13 0,20 10 0,1 0 0,0-1 0,1 0 0,0-1 0,-21-23 0,28 27 0,0 0 0,1 0 0,-1-1 0,1 0 0,1 0 0,-1 0 0,2 0 0,-1 0 0,1-1 0,0 1 0,1-1 0,-1-14 0,2-9 0,2 0 0,1 1 0,2-1 0,1 1 0,1 0 0,2 1 0,15-37 0,-18 52 0,1 2 0,0-1 0,1 1 0,1 0 0,0 0 0,1 1 0,0 1 0,1-1 0,17-13 0,13-6 0,66-40 0,-80 55 0,-21 12 0,-1 0 0,1 0 0,-1 0 0,0 0 0,0-1 0,0 0 0,-1 0 0,1 0 0,-1-1 0,-1 1 0,1-1 0,-1 0 0,0 0 0,0 0 0,-1-1 0,1 1 0,-2 0 0,1-1 0,-1 0 0,1 1 0,-2-1 0,1 0 0,-1 0 0,0 1 0,-1-1 0,1 0 0,-1 0 0,-1 1 0,1-1 0,-1 1 0,0-1 0,-1 1 0,1 0 0,-1 0 0,-1 0 0,1 0 0,-7-8 0,-18-24 0,10 15 0,1-1 0,0 0 0,2-2 0,1 0 0,-19-49 0,14 12 0,2 0 0,-15-126 0,31 180 0,0 0 0,1-1 0,0 1 0,0 0 0,1 0 0,0 0 0,0 0 0,1 0 0,0 0 0,1 1 0,0-1 0,0 0 0,1 1 0,0 0 0,1 0 0,-1 0 0,2 1 0,-1-1 0,12-11 0,7-3 0,1 0 0,1 2 0,0 1 0,1 1 0,2 1 0,54-23 0,-77 37 0,0 0 0,0 1 0,1 0 0,-1 0 0,1 0 0,0 1 0,-1 0 0,1 0 0,0 1 0,0 0 0,0 0 0,-1 1 0,1-1 0,0 2 0,0-1 0,-1 1 0,1 0 0,-1 0 0,0 0 0,1 1 0,-1 0 0,0 1 0,-1-1 0,1 1 0,-1 0 0,1 0 0,-1 1 0,5 5 0,0 4 0,0-1 0,-1 1 0,0 1 0,-2 0 0,1 0 0,-2 0 0,0 1 0,-1 0 0,0 0 0,3 29 0,-1 13 0,-1 99 0,-6-122 0,1-26 0,0 35 0,-2-1 0,-2 0 0,-8 48 0,8-78 0,0 0 0,-1 0 0,-1 0 0,0-1 0,0 1 0,-1-1 0,-1-1 0,0 1 0,-1-1 0,0 0 0,0-1 0,-1 0 0,0 0 0,-16 11 0,-28 22 0,-3-2 0,-114 63 0,133-84 0,-60 45 0,62-40 0,-53 29 0,75-47 0,-1-1 0,-1 0 0,1-1 0,-1-1 0,0 0 0,0-1 0,-26 2 0,-225-4 0,119-3 0,137 1 0,0 1 0,1-1 0,-1-1 0,1 0 0,0 0 0,-1-1 0,1 0 0,-14-7 0,1-2 0,-39-28 0,19 11 0,-13-1 0,42 24 0,0-1 0,1 1 0,0-2 0,-21-17 0,18 11 0,1-1 0,0 0 0,2-1 0,-1 0 0,2-1 0,0 0 0,-9-23 0,-17-28 0,-2 1 0,-51-66 0,75 112 0,6 9 0,1 0 0,0 0 0,1 0 0,1-1 0,0 0 0,1 0 0,0-1 0,1 1 0,0-1 0,1 0 0,1 0 0,0 0 0,0-19 0,3 30 0,-1 0 0,1 1 0,-1-1 0,1 0 0,0 1 0,0-1 0,0 1 0,0-1 0,1 1 0,-1 0 0,0-1 0,1 1 0,0 0 0,0 0 0,-1 0 0,1 0 0,1 0 0,-1 1 0,0-1 0,0 1 0,0-1 0,1 1 0,-1 0 0,1 0 0,-1 0 0,1 0 0,0 0 0,-1 0 0,6 0 0,8-1 0,1 0 0,-1 0 0,31 3 0,-29-1 0,818 6 0,-832-6 0,-1 0 0,1 0 0,0 0 0,-1 1 0,1-1 0,0 1 0,-1 0 0,1 0 0,-1 0 0,1 0 0,5 4 0,-6-3 0,-1 0 0,0 0 0,0 0 0,0 1 0,-1-1 0,1 0 0,0 1 0,-1 0 0,0-1 0,1 1 0,-1-1 0,0 1 0,-1 0 0,1 0 0,1 5 0,3 33 0,-2 1 0,-1-1 0,-7 69 0,1-13 0,5-29 0,-3 61 0,1-127 0,1 1 0,-1 0 0,1-1 0,-1 1 0,0 0 0,0-1 0,0 1 0,0-1 0,0 1 0,-1-1 0,1 0 0,-1 1 0,1-1 0,-1 0 0,0 0 0,0 0 0,0 0 0,0 0 0,0-1 0,0 1 0,-1-1 0,1 1 0,-1-1 0,1 0 0,-1 0 0,1 0 0,-1 0 0,0 0 0,1-1 0,-1 1 0,0-1 0,1 0 0,-6 0 0,-2 1 0,0-2 0,0 1 0,0-1 0,0-1 0,1 0 0,-1 0 0,1-1 0,-14-6 0,7 2 0,0-2 0,1 0 0,0-1 0,-20-16 0,29 21 0,0 0 0,0-1 0,0 0 0,1 0 0,0-1 0,0 1 0,1-1 0,0 0 0,0 0 0,0 0 0,-4-16 0,7 21 0,1 1 0,-1-1 0,1 0 0,0 0 0,0 0 0,0 1 0,0-1 0,0 0 0,0 0 0,0 0 0,1 0 0,-1 1 0,1-1 0,-1 0 0,1 0 0,0 1 0,0-1 0,0 0 0,0 1 0,0-1 0,0 1 0,0-1 0,0 1 0,0 0 0,1-1 0,-1 1 0,1 0 0,-1 0 0,1 0 0,-1 0 0,1 0 0,-1 0 0,1 1 0,0-1 0,0 0 0,-1 1 0,1-1 0,2 1 0,9-3 0,-1 1 0,1 1 0,0 0 0,18 2 0,-19-1 0,7-1 0,41 3 0,-57-2 0,1 0 0,-1 1 0,0-1 0,0 1 0,0 0 0,0 0 0,0 0 0,0 0 0,0 0 0,0 1 0,0 0 0,-1-1 0,1 1 0,3 3 0,-6-4 0,1-1 0,-1 1 0,1 0 0,-1 0 0,0-1 0,1 1 0,-1 0 0,0 0 0,0-1 0,1 1 0,-1 0 0,0 0 0,0 0 0,0-1 0,0 1 0,0 0 0,0 0 0,0 0 0,0 0 0,0-1 0,-1 1 0,1 0 0,0 0 0,0 0 0,-1-1 0,1 1 0,-1 1 0,-17 20 0,2-7 0,-1-1 0,0-1 0,-1 0 0,-1-1 0,0-1 0,0-1 0,-1-1 0,0 0 0,-1-2 0,0 0 0,0-1 0,0-2 0,-1 0 0,0-1 0,0-1 0,-31-1 0,12-1 0,7 0 0,1 0 0,-41-8 0,69 7 0,0 0 0,0-1 0,0 1 0,0-1 0,0-1 0,0 1 0,1-1 0,-1 1 0,1-1 0,0-1 0,0 1 0,0 0 0,0-1 0,0 0 0,1 0 0,0 0 0,0 0 0,0-1 0,0 1 0,1-1 0,-1 0 0,1 0 0,0 1 0,-1-10 0,-2-8 0,0-1 0,2 0 0,1 1 0,1-31 0,0 47 0,1-30 0,1 0 0,6-41 0,-5 61 0,2 0 0,0 0 0,1 1 0,0-1 0,2 1 0,-1 1 0,12-18 0,-8 15 0,1 1 0,1 0 0,1 0 0,0 1 0,1 1 0,1 1 0,22-17 0,-26 22 0,0 1 0,1 1 0,0 0 0,1 0 0,0 1 0,-1 1 0,1 0 0,1 1 0,-1 0 0,0 1 0,25-1 0,-6 4 0,1 1 0,0 2 0,-1 1 0,0 1 0,39 14 0,150 65 0,-215-83 0,42 19 0,-1 3 0,-1 1 0,-1 2 0,-2 2 0,-1 2 0,-1 2 0,66 69 0,-101-95 0,1 0 0,0-1 0,0 0 0,1 0 0,-1 0 0,2-1 0,-1 0 0,0-1 0,1 0 0,11 4 0,-16-7 0,1 0 0,-1 0 0,0 0 0,1-1 0,-1 0 0,1 0 0,-1 0 0,1 0 0,-1-1 0,1 1 0,-1-1 0,0 0 0,0-1 0,1 1 0,-1-1 0,0 0 0,0 0 0,0 0 0,0 0 0,-1-1 0,1 1 0,-1-1 0,1 0 0,2-4 0,5-5 0,0 0 0,-1-1 0,-1-1 0,0 0 0,12-25 0,24-79 0,-33 82 0,1 1 0,19-34 0,-62 109 0,-1-2 0,-64 61 0,58-62 0,-44 49 0,26-25 0,-3-3 0,-70 54 0,95-91 0,18-17 0,15-4 0,0 0 0,-1 0 0,1 0 0,0 0 0,0-1 0,0 1 0,-1 0 0,1 0 0,0-1 0,0 1 0,0 0 0,0 0 0,-1-1 0,1 1 0,0 0 0,0 0 0,0-1 0,0 1 0,0 0 0,0 0 0,0-1 0,0 1 0,0 0 0,0-1 0,0 1 0,0 0 0,0 0 0,0-1 0,0 1 0,0 0 0,0 0 0,0-1 0,0 1 0,0 0 0,1 0 0,-1-1 0,0 1 0,0 0 0,0 0 0,0-1 0,1 1 0,-1 0 0,0 0 0,7-13 0,0 0 0,1 1 0,0 0 0,1 0 0,12-12 0,59-54 0,-28 28 0,107-125 0,-62 65 0,-60 73-1365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6:29.2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1107 816 24575,'-4'0'0,"0"0"0,-1 0 0,1-1 0,0 0 0,0 1 0,0-1 0,-1-1 0,1 1 0,0 0 0,0-1 0,1 0 0,-1 0 0,0 0 0,1-1 0,-1 1 0,-3-4 0,3 1 0,0 1 0,1-1 0,-1 1 0,1-1 0,0-1 0,1 1 0,-1 0 0,1-1 0,0 1 0,-2-10 0,-1-10 0,2 0 0,1-1 0,1 0 0,3-36 0,-1 34 0,-1 16 0,-1 1 0,-1 0 0,0-1 0,0 1 0,-1 0 0,-1 0 0,0 0 0,-8-15 0,-49-80 0,54 95 0,0 0 0,-1 1 0,0 0 0,0 0 0,-17-14 0,20 20 0,-1 0 0,0 1 0,1 0 0,-1 0 0,-1 0 0,1 1 0,0-1 0,-1 2 0,1-1 0,-1 1 0,1 0 0,-13-1 0,-128 4 0,83 1 0,353-3 0,-268 2 0,0 0 0,0 2 0,-1 0 0,39 14 0,-29-9 0,38 8 0,-14-7 0,-18-3 0,56 4 0,-75-9 0,0 0 0,22 6 0,-30-5 0,1-1 0,-1 1 0,1-2 0,0 0 0,0 0 0,0 0 0,0-1 0,0-1 0,0 0 0,15-3 0,-17 1 0,0 1 0,-1-1 0,0-1 0,1 1 0,-1-1 0,0 0 0,-1-1 0,1 0 0,-1 0 0,0 0 0,0-1 0,0 0 0,-1 0 0,9-13 0,-9 10 0,-1 0 0,0-1 0,0 0 0,-1 0 0,0 0 0,-1 0 0,0-1 0,0 1 0,-1-1 0,-1 1 0,0-12 0,-2-30 0,0 35 0,1 35 0,1 20 0,2 151 0,0-158 0,2-1 0,1 1 0,1-1 0,13 36 0,-9-39 0,-1 1 0,-1 0 0,-2 1 0,-1-1 0,0 1 0,-1 44 0,8 110 0,-3-82 0,-3-4 0,-4-34 0,20 117 0,-15-147 0,0-7 0,-2 0 0,3 40 0,-8-63 0,0-1 0,0 0 0,-1 1 0,1-1 0,0 0 0,-1 0 0,0 1 0,1-1 0,-1 0 0,0 0 0,0 0 0,0 0 0,0 0 0,-1 0 0,1 0 0,0 0 0,-1 0 0,0-1 0,1 1 0,-1-1 0,0 1 0,0-1 0,1 1 0,-1-1 0,0 0 0,-1 0 0,1 0 0,0 0 0,0-1 0,0 1 0,-5 0 0,-5 2 0,-1-1 0,0-1 0,0 0 0,-19-2 0,21 1 0,-32-4 0,0-2 0,0-1 0,-69-22 0,73 18 0,-2 0 0,1 3 0,-1 1 0,-52-1 0,-405 10 0,491-2 0,1 0 0,-1 0 0,1-1 0,0 0 0,-1 0 0,1-1 0,0 0 0,0 0 0,0 0 0,0-1 0,0 0 0,1 0 0,-1 0 0,1 0 0,0-1 0,0 0 0,0-1 0,-6-6 0,5 4 0,1-1 0,0 0 0,0 0 0,1-1 0,0 1 0,0-1 0,1 0 0,0 0 0,1 0 0,0-1 0,-1-16 0,-1-44 0,9-140 0,-3 199 0,0 0 0,1 0 0,0 0 0,0 1 0,1-1 0,0 1 0,1 0 0,1 0 0,-1 0 0,1 1 0,1 0 0,0 0 0,15-15 0,10-6 0,1 2 0,47-31 0,-46 34 0,-7 6 0,1 0 0,0 2 0,1 2 0,37-15 0,-43 22 0,0 1 0,1 0 0,0 2 0,0 1 0,0 1 0,34 0 0,7 2 0,117 5 0,-174-3 0,0 1 0,0 0 0,-1 1 0,1 0 0,-1 0 0,1 1 0,-1-1 0,-1 2 0,1-1 0,0 1 0,-1 0 0,9 9 0,2 3 0,0 1 0,24 35 0,-35-44 0,0-1 0,-1 1 0,-1 0 0,0 0 0,0 0 0,-1 1 0,5 17 0,-5-8 0,-1 0 0,-1 1 0,-1 20 0,-1-33 0,1 32 0,-2 1 0,-10 51 0,10-80 0,-1 0 0,0 0 0,-1 0 0,0 0 0,-1 0 0,0-1 0,0 0 0,-1 0 0,-1 0 0,0-1 0,0 1 0,-14 11 0,15-15 0,-1-2 0,-1 1 0,1-1 0,-1 0 0,0-1 0,0 1 0,0-2 0,0 1 0,0-1 0,-1 0 0,1-1 0,-14 1 0,-6-1 0,0-1 0,-42-5 0,63 4 0,1 0 0,0 0 0,0 0 0,0-1 0,0 1 0,0-1 0,0-1 0,0 1 0,1-1 0,-1 0 0,1-1 0,0 1 0,0-1 0,0 0 0,0 0 0,1-1 0,0 1 0,0-1 0,0 0 0,0 0 0,1 0 0,0-1 0,0 1 0,0-1 0,0 0 0,1 0 0,0 0 0,1 0 0,-1 0 0,1 0 0,-1-11 0,0-5 0,0 0 0,1 0 0,1-1 0,5-40 0,-3 54 0,-1 0 0,2-1 0,-1 1 0,1 1 0,1-1 0,-1 0 0,2 1 0,-1-1 0,1 1 0,0 1 0,1-1 0,0 1 0,0 0 0,7-7 0,-8 10 0,0 1 0,0 0 0,1 0 0,-1 0 0,1 0 0,0 1 0,0 0 0,0 0 0,0 1 0,0-1 0,0 1 0,0 1 0,0-1 0,0 1 0,0 0 0,1 0 0,-1 1 0,0 0 0,0 0 0,0 0 0,10 5 0,-12-5 0,0 1 0,0-1 0,0 1 0,0 0 0,-1 0 0,1 1 0,-1-1 0,1 1 0,-1-1 0,0 1 0,0 0 0,0 0 0,-1 1 0,1-1 0,-1 1 0,1-1 0,-1 1 0,0 0 0,-1-1 0,1 1 0,-1 0 0,0 0 0,0 1 0,0-1 0,0 0 0,0 0 0,-1 0 0,0 0 0,0 1 0,0-1 0,-1 0 0,0 5 0,-2-1 0,1 0 0,-1 0 0,-1 0 0,1-1 0,-1 0 0,0 1 0,-1-1 0,0-1 0,0 1 0,-1-1 0,1 0 0,-8 6 0,-13 10 0,-46 30 0,60-43 0,-26 16 0,-2-3 0,0 0 0,-1-3 0,0-1 0,-2-2 0,0-3 0,-1-1 0,0-1 0,0-3 0,-1-2 0,-89 1 0,126-7 0,1 0 0,-1-1 0,1 0 0,-1 0 0,-10-3 0,16 3 0,1 1 0,-1-1 0,1 0 0,-1 1 0,1-1 0,-1 0 0,1 0 0,0 0 0,-1 0 0,1 0 0,0-1 0,0 1 0,0 0 0,0-1 0,0 1 0,0 0 0,0-1 0,0 1 0,1-1 0,-1 1 0,1-1 0,-1 0 0,1 1 0,-1-1 0,1 0 0,0 1 0,0-1 0,0 0 0,0-2 0,2-7 0,0 1 0,1-1 0,0 1 0,1 0 0,0 0 0,0 0 0,1 1 0,1-1 0,-1 1 0,11-12 0,-2 0 0,21-28 0,1 1 0,3 2 0,51-48 0,146-110 0,-231 201 0,9-9 0,1 1 0,0 0 0,27-14 0,-38 24 0,-1-1 0,0 0 0,1 1 0,0 0 0,-1-1 0,1 2 0,0-1 0,-1 0 0,1 1 0,0-1 0,0 1 0,0 0 0,-1 1 0,1-1 0,0 0 0,0 1 0,-1 0 0,1 0 0,0 0 0,-1 1 0,1-1 0,-1 1 0,1 0 0,3 3 0,7 6 0,-2 0 0,1 2 0,-2-1 0,0 2 0,0-1 0,-1 1 0,-1 1 0,-1 0 0,0 0 0,0 1 0,5 19 0,-11-29 0,0 1 0,0-1 0,-1 1 0,1-1 0,-2 1 0,1-1 0,-1 1 0,0 0 0,0-1 0,-1 1 0,0 0 0,0-1 0,0 1 0,-1-1 0,0 0 0,0 0 0,-1 1 0,0-1 0,0-1 0,0 1 0,-1 0 0,0-1 0,0 0 0,0 0 0,-1 0 0,1 0 0,-1-1 0,0 1 0,-1-1 0,1-1 0,-12 7 0,-7 1 0,0-1 0,-1-2 0,0 0 0,0-2 0,0 0 0,-1-2 0,0-1 0,-45-1 0,69-1 0,-1-1 0,1 0 0,0 0 0,0-1 0,-1 1 0,1 0 0,0-1 0,0 1 0,-1-1 0,1 0 0,0 0 0,0 0 0,0 0 0,0 0 0,0 0 0,0 0 0,0-1 0,1 1 0,-1-1 0,0 1 0,-1-3 0,2 2 0,0 0 0,0-1 0,0 1 0,1-1 0,-1 1 0,1 0 0,-1-1 0,1 1 0,0-1 0,0 1 0,0-1 0,0 1 0,0-1 0,1 1 0,-1-1 0,2-2 0,2-8 0,1-1 0,1 1 0,0 1 0,1-1 0,11-16 0,-5 12 0,0 0 0,1 1 0,1 1 0,1 0 0,33-25 0,96-50 0,-93 61 0,49-38 0,-94 61 0,-1 1 0,0-1 0,0 0 0,-1-1 0,0 1 0,0-1 0,0 0 0,-1 0 0,0-1 0,0 1 0,-1-1 0,5-15 0,-2-4 0,-1 0 0,3-45 0,-7 47 0,2-1 0,12-47 0,-8 45 0,0 0 0,-2 0 0,0-1 0,-3 0 0,0-32 0,-1 60 0,-1 0 0,0 0 0,0 1 0,0-1 0,0 0 0,0 0 0,0 0 0,0 1 0,0-1 0,-1 0 0,1 0 0,0 0 0,0 1 0,-1-1 0,1 0 0,0 0 0,-1 1 0,1-1 0,-1 0 0,1 1 0,-1-2 0,0 2 0,0 0 0,1 0 0,-1 1 0,1-1 0,-1 0 0,0 0 0,1 0 0,-1 0 0,1 1 0,-1-1 0,1 0 0,-1 0 0,1 1 0,-1-1 0,1 0 0,-1 1 0,1-1 0,-1 1 0,1-1 0,0 1 0,-1-1 0,1 1 0,-30 43 0,21-29 0,-33 39 0,-2-1 0,-89 83 0,126-130 0,0-1 0,-1 0 0,0 0 0,0-1 0,-1 0 0,1 0 0,-1-1 0,0 0 0,-16 3 0,-9 0 0,-44 2 0,50-6 0,1 2 0,0 1 0,-51 16 0,53-13 0,-1-1 0,1-1 0,-31 3 0,-41 4 0,60-6 0,-50 1 0,55-6 0,-45 9 0,-23 2 0,-32 1 0,81-7 0,-55 1 0,79-8-1365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6:03.8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24575,'0'5'0,"0"6"0,0 5 0,5 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6:05.1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0 425 24575,'38'-38'0,"2"3"0,45-32 0,-66 55 0,-1 1 0,2 0 0,-1 1 0,1 1 0,1 1 0,-1 1 0,40-8 0,-39 10 0,-1-2 0,1 0 0,-1-1 0,-1-1 0,33-20 0,-29 16 0,0 1 0,1 0 0,39-12 0,128-42-574,-166 57-217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6:14.6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1303 1454 24575,'0'-2'0,"1"1"0,-1-1 0,1 0 0,0 0 0,-1 0 0,1 0 0,0 1 0,0-1 0,1 0 0,-1 1 0,0-1 0,0 1 0,1-1 0,-1 1 0,3-2 0,4-5 0,109-112 0,17-18 0,-129 132 0,-1 1 0,1-1 0,-1 1 0,-1-1 0,1-1 0,-1 1 0,3-9 0,-5 14 0,-1-1 0,1 1 0,-1-1 0,0 0 0,1 1 0,-1-1 0,0 0 0,0 1 0,0-1 0,-1 0 0,1 1 0,0-1 0,-1 0 0,1 1 0,-1-1 0,1 0 0,-1 1 0,0-1 0,1 1 0,-1 0 0,0-1 0,0 1 0,0-1 0,0 1 0,-1 0 0,1 0 0,0 0 0,0 0 0,-1 0 0,1 0 0,0 0 0,-1 0 0,1 0 0,-1 1 0,-2-2 0,-4 0 0,1 0 0,0 0 0,-1 1 0,1 0 0,-1 0 0,1 1 0,-1 0 0,1 0 0,-1 1 0,1 0 0,-1 0 0,1 1 0,0 0 0,-13 5 0,-5 3 0,0 1 0,2 1 0,-24 16 0,-18 16 0,3 3 0,1 3 0,3 3 0,2 2 0,2 2 0,-62 88 0,81-94 0,3 1 0,-28 60 0,46-85 0,12-27 0,3-7 0,20-51 0,67-151 0,34-87 0,-85 201 0,62-185 0,-86 234 0,-2-2 0,-1 1 0,-3-1 0,1-51 0,-8 89 0,0 1 0,-1 0 0,0-1 0,-2-11 0,3 19 0,0 1 0,-1 0 0,1 0 0,0 0 0,0 0 0,-1 0 0,1 0 0,-1 0 0,1 0 0,-1 0 0,1 0 0,-1 0 0,0 0 0,1 0 0,-1 0 0,0 0 0,0 0 0,0 1 0,1-1 0,-1 0 0,0 1 0,0-1 0,0 0 0,0 1 0,0 0 0,0-1 0,-1 1 0,1-1 0,0 1 0,0 0 0,0 0 0,0 0 0,0 0 0,0 0 0,-1 0 0,1 0 0,0 0 0,0 0 0,0 0 0,0 0 0,0 1 0,0-1 0,0 1 0,0-1 0,-1 0 0,1 1 0,-1 0 0,-4 4 0,-1-1 0,1 1 0,0 0 0,1 0 0,-1 0 0,1 1 0,0 0 0,1 0 0,-1 0 0,1 1 0,0-1 0,1 1 0,-1 0 0,-3 11 0,1 2 0,0-1 0,1 1 0,1 0 0,-2 29 0,2 25 0,10 136 0,-6-208 0,0 1 0,1-1 0,-1 0 0,0 1 0,1-1 0,0 0 0,-1 0 0,1 1 0,0-1 0,0 0 0,0 0 0,0 0 0,1 0 0,-1 0 0,1 0 0,-1 0 0,1 0 0,-1-1 0,1 1 0,0-1 0,3 3 0,-3-3 0,0-1 0,0 1 0,0-1 0,0 0 0,0 0 0,0 1 0,0-1 0,0-1 0,0 1 0,0 0 0,0 0 0,0-1 0,0 1 0,0-1 0,0 0 0,0 1 0,-1-1 0,1 0 0,0 0 0,0 0 0,-1 0 0,1-1 0,-1 1 0,1 0 0,2-3 0,5-6 0,0 0 0,-1-1 0,0 0 0,0 0 0,-1 0 0,-1-1 0,8-18 0,29-95 0,-32 89 0,11-32 0,-3-1 0,-3-1 0,9-96 0,-24 161 0,-1 0 0,0 0 0,0 0 0,0 0 0,0 0 0,-1 1 0,0-1 0,0 0 0,0 0 0,-1 1 0,-1-6 0,1 8 0,0 0 0,1 0 0,-1 0 0,0 0 0,0 0 0,0 1 0,0-1 0,0 1 0,0-1 0,-1 1 0,1 0 0,0 0 0,-1 0 0,1 0 0,-1 0 0,1 0 0,-1 1 0,0-1 0,1 1 0,-1 0 0,1 0 0,-5 0 0,-7 1 0,0 0 0,1 1 0,-1 0 0,0 1 0,1 0 0,-1 2 0,1-1 0,0 2 0,0-1 0,1 2 0,0 0 0,-22 16 0,9-4 0,0 2 0,1 1 0,1 1 0,-30 40 0,14-9 0,3 2 0,3 2 0,-32 74 0,54-103 0,-15 59 0,-5 14 0,19-69 0,2 0 0,1 0 0,1 1 0,2 0 0,2 0 0,0 41 0,4-9 0,4 1 0,14 81 0,-17-140 0,1-3 0,-1 1 0,0-1 0,0 1 0,-1 0 0,0-1 0,0 1 0,0-1 0,-1 1 0,1 0 0,-1-1 0,-3 9 0,4-14 0,-1 0 0,1 0 0,0 0 0,0 0 0,-1 0 0,1 0 0,0 0 0,-1 0 0,1-1 0,0 1 0,0 0 0,-1 0 0,1 0 0,0 0 0,-1 0 0,1 0 0,0-1 0,0 1 0,0 0 0,-1 0 0,1 0 0,0-1 0,0 1 0,0 0 0,-1 0 0,1-1 0,0 1 0,0 0 0,0 0 0,0-1 0,0 1 0,0 0 0,-1 0 0,1-1 0,0 1 0,0 0 0,0-1 0,0 1 0,0 0 0,0 0 0,0-1 0,-6-19 0,-15-82 0,5-2 0,-4-132 0,17-219 0,4 355 0,-1 71 0,1 0 0,8-44 0,-7 62 0,1 1 0,0 0 0,1 0 0,0 0 0,1 0 0,-1 1 0,2 0 0,0 0 0,0 0 0,8-9 0,13-10 0,1 2 0,1 0 0,2 2 0,0 2 0,40-23 0,-57 37 0,1 2 0,0-1 0,0 2 0,0 0 0,1 1 0,0 0 0,0 1 0,28-1 0,11 3 0,67 7 0,-60-1 0,113 13 0,-152-13 0,-1 0 0,0 1 0,0 1 0,0 1 0,35 19 0,-19-7 0,0-1 0,1-2 0,57 16 0,129 20 0,-222-52 0,13 2 0,0 1 0,-1 1 0,0 0 0,0 1 0,0 1 0,20 12 0,-28-14 0,0 0 0,0 1 0,-1-1 0,0 1 0,0 0 0,0 1 0,0 0 0,-1-1 0,0 2 0,-1-1 0,0 1 0,0-1 0,5 16 0,8 41 0,-4 0 0,9 114 0,-11 32 0,5 41 0,-10-125 0,-6-84 0,9 61 0,13-7 0,-13-65 0,-2 0 0,5 52 0,-11-63 0,2 9 0,-2 0 0,-1 0 0,-1 0 0,-10 56 0,9-78 0,-1 0 0,0 0 0,0 0 0,-1 0 0,0-1 0,0 0 0,-1 0 0,0 0 0,0 0 0,0-1 0,0 1 0,-1-2 0,0 1 0,-9 5 0,-10 5 0,0-1 0,-38 15 0,43-20 0,-32 14 0,-2-2 0,-60 14 0,92-30 0,1 0 0,-1-2 0,0 0 0,0-2 0,0 0 0,0-1 0,0-2 0,-35-6 0,36 2 0,-1-2 0,1-1 0,1 0 0,0-1 0,0-2 0,1 0 0,0 0 0,1-2 0,1-1 0,0 0 0,1-1 0,-19-24 0,23 24 0,2 0 0,1 0 0,0-1 0,0 0 0,2 0 0,0-1 0,1 0 0,1-1 0,-5-35 0,4-6 0,3-106 0,3 157 0,1-10 0,1 1 0,0-1 0,1 1 0,2 0 0,-1 0 0,2 0 0,0 1 0,1 0 0,1 0 0,1 0 0,12-18 0,6-2 0,2 2 0,1 0 0,47-42 0,-63 64 0,0 1 0,0 0 0,1 1 0,0 1 0,1 0 0,1 1 0,-1 1 0,1 0 0,1 2 0,-1 0 0,1 0 0,0 2 0,0 0 0,36-2 0,17 3 0,121 12 0,-190-9 0,1 0 0,0 0 0,-1 1 0,1-1 0,0 1 0,-1 0 0,1-1 0,-1 1 0,1 0 0,-1 1 0,1-1 0,-1 0 0,0 1 0,0-1 0,1 1 0,-1 0 0,0 0 0,-1-1 0,1 1 0,0 1 0,0-1 0,-1 0 0,1 0 0,-1 1 0,0-1 0,0 0 0,0 1 0,0 0 0,0-1 0,0 1 0,-1-1 0,1 1 0,-1 0 0,0 4 0,0 4 0,-1 1 0,0-1 0,-1 0 0,0 1 0,-1-1 0,0 0 0,-8 16 0,-20 45 0,-4-2 0,-3-1 0,-3-2 0,-74 94 0,27-55 0,-176 163 0,202-213 0,-119 81 0,146-115 0,-2 0 0,0-3 0,-1 0 0,-1-3 0,-53 15 0,83-28 0,0-1 0,0 0 0,0-1 0,0 0 0,-11 0 0,17-2 0,1 1 0,-1 0 0,0-1 0,0 1 0,0-1 0,1 0 0,-1 0 0,1 0 0,-1 0 0,0-1 0,1 1 0,0-1 0,-1 1 0,1-1 0,0 0 0,0 0 0,0 0 0,0 0 0,0 0 0,-2-4 0,-2-7 0,0 0 0,0-1 0,2 0 0,-1 0 0,2 0 0,-4-27 0,6 33 0,-14-108 0,5 0 0,8-182 0,8 221 0,3 1 0,3 0 0,4 0 0,3 2 0,4 0 0,58-130 0,18 4 0,131-195 0,-212 365 0,36-53 0,-48 75 0,1 0 0,0 0 0,0 1 0,0 0 0,1 1 0,0 0 0,10-7 0,-17 12 0,1 1 0,-1-1 0,0 0 0,0 1 0,0-1 0,1 1 0,-1-1 0,0 1 0,1 0 0,-1-1 0,0 1 0,1 0 0,-1 0 0,1 0 0,-1 0 0,0 0 0,1 0 0,-1 0 0,0 1 0,1-1 0,-1 0 0,0 1 0,3 1 0,-2-1 0,0 0 0,-1 1 0,1 0 0,-1-1 0,1 1 0,-1 0 0,0 0 0,1 0 0,-1 0 0,0 0 0,0 0 0,-1 0 0,2 3 0,1 8 0,0 0 0,-1 0 0,2 24 0,-4-34 0,2 60 0,-2 0 0,-9 66 0,5-106 0,0 0 0,-2-1 0,-1 1 0,-1-2 0,0 1 0,-2-1 0,0 0 0,-19 26 0,-3-2 0,-1-1 0,-53 53 0,74-84 0,0 0 0,0-1 0,-2 0 0,1-1 0,-1-1 0,-1 0 0,0 0 0,-18 7 0,31-16 0,0-1 0,0 1 0,1-1 0,-1 1 0,0-1 0,0 0 0,0 1 0,0-1 0,0 0 0,1 0 0,-1 0 0,0-1 0,0 1 0,0 0 0,0-1 0,1 1 0,-1-1 0,0 0 0,0 0 0,1 1 0,-1-1 0,1 0 0,-1 0 0,1-1 0,-1 1 0,1 0 0,-1 0 0,1-1 0,0 1 0,0-1 0,0 1 0,0-1 0,0 1 0,0-1 0,0 0 0,0 1 0,1-1 0,-1 0 0,1 0 0,-1-2 0,-3-9 0,1-1 0,1 0 0,0 0 0,1-18 0,0 24 0,1-16 0,1 0 0,2 0 0,0 0 0,1 0 0,2 1 0,0-1 0,2 1 0,0 1 0,1-1 0,2 2 0,0-1 0,1 2 0,18-24 0,6-4 0,2 2 0,2 2 0,3 2 0,54-44 0,-50 48 0,2 2 0,55-29 0,-71 47 0,0 1 0,1 2 0,0 2 0,56-15 0,-82 26 0,0 1 0,0-1 0,0 1 0,0 1 0,0-1 0,0 1 0,0 1 0,0 0 0,13 2 0,-16-1 0,-1 0 0,1 0 0,0 0 0,-1 1 0,0-1 0,0 1 0,1 0 0,-1 0 0,-1 0 0,1 1 0,-1 0 0,1-1 0,-1 1 0,0 0 0,0 1 0,3 5 0,3 9 0,-1-1 0,-1 1 0,0 1 0,-1-1 0,-2 1 0,6 40 0,-2 130 0,-8-155 0,1 48 0,-12 105 0,7-158 0,-2 1 0,0-1 0,-3 0 0,0-1 0,-2 1 0,-26 50 0,1-23 0,-2-2 0,-3-2 0,-2-1 0,-85 78 0,121-124 0,-54 47 0,56-49 0,-2 0 0,1 0 0,0 0 0,-1-1 0,0 0 0,0 0 0,1-1 0,-11 3 0,16-5 0,-1 0 0,0 1 0,1-1 0,-1 0 0,0 0 0,1-1 0,-1 1 0,0 0 0,1 0 0,-1-1 0,0 1 0,1-1 0,-1 0 0,1 1 0,-1-1 0,1 0 0,-1 0 0,1 0 0,-1 0 0,-1-1 0,1-1 0,-1 0 0,1 0 0,0-1 0,-1 1 0,1 0 0,1-1 0,-1 1 0,-2-7 0,0-6 0,0 0 0,0-1 0,0-19 0,4 35 0,-8-88 0,6-138 0,5 165 0,4 1 0,2-1 0,19-64 0,-16 83 0,3 0 0,1 1 0,2 0 0,28-45 0,-35 68 0,1 1 0,1 0 0,1 0 0,0 2 0,2 0 0,-1 0 0,2 2 0,0 0 0,1 1 0,28-17 0,-42 28 0,0 0 0,0 0 0,1 0 0,-1 1 0,0-1 0,1 1 0,-1 0 0,1 0 0,7 0 0,-10 1 0,0 1 0,0-1 0,0 0 0,0 1 0,0-1 0,-1 1 0,1 0 0,0 0 0,-1 0 0,1 0 0,0 0 0,-1 0 0,1 0 0,-1 0 0,0 0 0,1 1 0,-1-1 0,0 1 0,0-1 0,0 1 0,0-1 0,0 1 0,0 0 0,0 0 0,1 2 0,3 10 0,-1 0 0,0 1 0,-1-1 0,-1 1 0,2 28 0,-6 81 0,0-79 0,2-39 0,-11 158 0,8-144 0,-1-1 0,0 0 0,-2 0 0,0-1 0,-1 0 0,-13 23 0,2-9 0,-3-1 0,0-1 0,-2-1 0,-1-1 0,-1-2 0,-2 0 0,0-1 0,-2-2 0,-1-1 0,-62 35 0,55-38 0,-1-1 0,-1-2 0,0-2 0,-1-2 0,0-1 0,-1-3 0,0-1 0,0-1 0,-64-1 0,81-5 0,0-1 0,-1-1 0,1-1 0,-42-10 0,59 11 0,1 0 0,0 0 0,0-1 0,-1 0 0,2 0 0,-1-1 0,0 1 0,1-1 0,-1 0 0,1-1 0,0 1 0,1-1 0,-1 0 0,1 0 0,0-1 0,0 1 0,1-1 0,-1 0 0,1 0 0,0 0 0,1 0 0,-3-10 0,-5-29 0,2-1 0,-4-68 0,8-95 0,4 142 0,-2-44 0,0-28 0,24-227 0,-17 348 0,-2 30 0,-1 36 0,1 68 0,-6 0 0,-5 0 0,-5-1 0,-51 209 0,55-297 0,-1 0 0,-2-1 0,0 0 0,-1-1 0,-2-1 0,-19 25 0,-11 10 0,-60 56 0,96-106 0,1-1 0,-1 0 0,-1 0 0,1-1 0,-1-1 0,-20 11 0,28-16 0,-1 0 0,1 0 0,-1 0 0,0 0 0,0 0 0,1 0 0,-1-1 0,0 1 0,0-1 0,0 0 0,0 0 0,0 0 0,0 0 0,1-1 0,-1 1 0,0-1 0,0 1 0,0-1 0,1 0 0,-1 0 0,0 0 0,1-1 0,-1 1 0,1-1 0,-1 1 0,1-1 0,0 0 0,0 0 0,0 0 0,0 0 0,0 0 0,0 0 0,-2-4 0,-4-8 0,1-1 0,0-1 0,1 1 0,0-1 0,-5-30 0,-1 1 0,-13-42 0,3-2 0,4-1 0,5 0 0,-4-110 0,21-100 0,5 259 0,-9 41 0,0-1 0,0 1 0,0 0 0,0-1 0,0 1 0,0 0 0,0 0 0,0-1 0,0 1 0,0 0 0,1 0 0,-1-1 0,0 1 0,0 0 0,0 0 0,0 0 0,0-1 0,1 1 0,-1 0 0,0 0 0,0 0 0,0 0 0,1-1 0,-1 1 0,0 0 0,0 0 0,1 0 0,-1 0 0,0 0 0,0 0 0,1 0 0,-1-1 0,0 1 0,0 0 0,1 0 0,-1 0 0,0 0 0,7 21 0,-2 36 0,-1 79 0,-4-75 0,8 70 0,9-22 0,-5-40 0,4 99 0,-17-390 0,5-290 0,0 459 0,1 1 0,25-99 0,-15 107 0,-15 44 0,0 0 0,0-1 0,0 1 0,0 0 0,0-1 0,0 1 0,0 0 0,0 0 0,0-1 0,0 1 0,0 0 0,0 0 0,0-1 0,1 1 0,-1 0 0,0 0 0,0 0 0,0-1 0,0 1 0,0 0 0,1 0 0,-1 0 0,0-1 0,0 1 0,0 0 0,1 0 0,-1 0 0,0 0 0,0 0 0,1-1 0,-1 1 0,0 0 0,0 0 0,1 0 0,-1 0 0,0 0 0,0 0 0,1 0 0,-1 0 0,0 0 0,0 0 0,1 0 0,-1 0 0,0 0 0,0 0 0,1 0 0,-1 0 0,0 0 0,0 1 0,1-1 0,-1 0 0,0 0 0,0 0 0,1 0 0,-1 0 0,0 1 0,0-1 0,0 0 0,0 0 0,1 0 0,-1 1 0,0-1 0,0 0 0,0 0 0,0 0 0,0 1 0,1-1 0,-1 0 0,0 1 0,3 11 0,0 1 0,0 0 0,-2 0 0,1 0 0,-2 23 0,1-10 0,-8 425 0,0-379 0,-4-1 0,-2-1 0,-3 0 0,-34 88 0,3-21 0,41-115 0,1 1 0,1-1 0,1 1 0,0 29 0,6 43 0,-6-79 0,-1-14 0,1-4 0,1-1 0,1 0 0,-1 0 0,0 0 0,1 0 0,-1 0 0,1 0 0,-1-5 0,-16-52 0,4 0 0,2-1 0,-4-69 0,8 67 0,-37-414 0,41 349 0,21-221 0,-14 319 0,1 0 0,1 0 0,2 0 0,0 1 0,3-1 0,20-45 0,-28 72 0,0 0 0,0-1 0,0 1 0,0 0 0,1 0 0,-1 0 0,6-4 0,-7 7 0,-1-1 0,1 1 0,0-1 0,-1 1 0,1-1 0,0 1 0,0 0 0,0-1 0,0 1 0,-1 0 0,1 0 0,0 0 0,0-1 0,0 1 0,0 0 0,0 0 0,0 0 0,-1 1 0,1-1 0,0 0 0,0 0 0,1 1 0,1 1 0,0 0 0,-1 1 0,1-1 0,-1 1 0,1-1 0,-1 1 0,0 0 0,0 0 0,0 0 0,0 0 0,-1 1 0,1-1 0,-1 0 0,0 1 0,1 4 0,17 56 0,-3 1 0,13 108 0,-4 140 0,-17 427 0,-11-413 0,3-316 0,-1 29 0,1-38 0,0 0 0,0 0 0,0 0 0,-1 0 0,1 1 0,-1-1 0,1 0 0,-1-1 0,0 1 0,0 0 0,0 0 0,0 0 0,-2 2 0,3-4 0,0 0 0,-1 1 0,1-1 0,0 0 0,0 0 0,-1 0 0,1-1 0,0 1 0,0 0 0,0 0 0,-1 0 0,1 0 0,0 0 0,0 0 0,0 0 0,-1 0 0,1 0 0,0 0 0,0 0 0,0-1 0,0 1 0,-1 0 0,1 0 0,0 0 0,0 0 0,0-1 0,0 1 0,0 0 0,0 0 0,-1 0 0,1 0 0,0-1 0,0 1 0,0 0 0,0 0 0,0 0 0,0-1 0,0 1 0,0 0 0,0 0 0,0-1 0,0 1 0,0 0 0,0 0 0,0-1 0,-4-16 0,1-1 0,1 0 0,0-1 0,1 1 0,3-30 0,-1 22 0,-1 1 0,-4-30 0,3 51 0,0-1 0,0 1 0,0 0 0,0 0 0,-1 0 0,0 1 0,1-1 0,-1 0 0,-1 0 0,1 1 0,0-1 0,-1 1 0,0 0 0,0 0 0,-5-4 0,7 6 0,0 1 0,1 0 0,-1 0 0,0 0 0,0-1 0,0 1 0,1 0 0,-1 0 0,0 0 0,0 0 0,0 0 0,1 1 0,-1-1 0,0 0 0,0 0 0,0 0 0,1 1 0,-1-1 0,0 0 0,0 1 0,1-1 0,-1 1 0,0-1 0,1 1 0,-1-1 0,0 1 0,1-1 0,-1 1 0,1 0 0,-1-1 0,1 1 0,-1 0 0,1-1 0,0 1 0,-1 0 0,1 0 0,0-1 0,-1 1 0,1 0 0,0 0 0,0 0 0,0 1 0,-10 40 0,9-41 0,-5 52 0,2-1 0,2 1 0,5 55 0,-2-105 0,-1 1 0,1-1 0,-1 1 0,1-1 0,0 0 0,0 1 0,1-1 0,-1 0 0,1 0 0,-1 1 0,1-1 0,0-1 0,0 1 0,0 0 0,1 0 0,-1-1 0,1 1 0,-1-1 0,1 0 0,0 0 0,0 0 0,0 0 0,0 0 0,0-1 0,1 1 0,-1-1 0,0 0 0,1 0 0,-1 0 0,7 0 0,10 2 0,-1-2 0,1 0 0,0-1 0,28-5 0,-21 3 0,2-1 0,-1 0 0,0-2 0,0-1 0,-1-2 0,1 0 0,-2-2 0,1-1 0,45-26 0,-25 9-455,0 1 0,102-38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58:37.8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787 1433 24575,'1'-109'0,"-3"-121"0,2 220 0,-1 1 0,0-1 0,-1 0 0,0 1 0,-5-14 0,7 22 0,0 0 0,-1-1 0,1 1 0,-1 0 0,1 0 0,-1-1 0,0 1 0,1 0 0,-1 0 0,0 0 0,0 0 0,0 0 0,0 0 0,0 0 0,0 0 0,0 0 0,0 0 0,0 0 0,0 1 0,0-1 0,-1 0 0,1 1 0,0-1 0,0 1 0,-1 0 0,1-1 0,0 1 0,-1 0 0,1 0 0,0 0 0,-1 0 0,1 0 0,-1 0 0,1 0 0,0 0 0,-1 0 0,1 1 0,0-1 0,-1 1 0,1-1 0,0 1 0,0-1 0,-1 1 0,1 0 0,-2 1 0,-1 1 0,-1 1 0,0 0 0,1 0 0,0 0 0,0 0 0,0 1 0,1-1 0,-1 1 0,1 0 0,-3 8 0,-22 57 0,24-56 0,-19 59 0,-17 95 0,32-123 0,2 1 0,2 0 0,4 67 0,-1-111 0,1-1 0,0 1 0,0 0 0,0 0 0,0 0 0,1 0 0,-1-1 0,0 1 0,1 0 0,0 0 0,-1 0 0,1-1 0,0 1 0,0 0 0,0-1 0,0 1 0,0-1 0,0 1 0,0-1 0,3 3 0,-3-4 0,0 0 0,0 0 0,0 0 0,1 0 0,-1 0 0,0 0 0,0 0 0,0 0 0,1 0 0,-1-1 0,0 1 0,0-1 0,0 1 0,0-1 0,0 1 0,1-1 0,-1 1 0,0-1 0,0 0 0,-1 0 0,1 1 0,2-3 0,7-8 0,0 0 0,0 0 0,15-26 0,165-335 0,-176 340 0,12-20 0,-13 36 0,-12 16 0,-1 0 0,0 0 0,1 0 0,-1 0 0,0 0 0,1 0 0,-1 0 0,0 0 0,1 0 0,-1 0 0,0 0 0,1 1 0,-1-1 0,0 0 0,0 0 0,1 0 0,-1 0 0,0 0 0,0 1 0,1-1 0,-1 0 0,0 0 0,0 0 0,1 1 0,-1-1 0,0 0 0,0 1 0,0-1 0,1 0 0,-1 0 0,0 1 0,0-1 0,0 1 0,2 6 0,0 0 0,0 0 0,-1 0 0,1 10 0,10 471 0,-13-355 0,-2 58 0,2 168 0,1-351 0,0 3 0,0 0 0,0 1 0,2-1 0,-1 0 0,1 1 0,1-1 0,4 12 0,-7-22 0,0 0 0,1 0 0,-1 0 0,0 0 0,1 0 0,-1-1 0,1 1 0,-1 0 0,1 0 0,-1 0 0,1-1 0,0 1 0,-1 0 0,1-1 0,0 1 0,0-1 0,-1 1 0,1-1 0,0 1 0,0-1 0,0 1 0,0-1 0,0 0 0,1 1 0,-1-1 0,1-1 0,-1 1 0,0-1 0,1 0 0,-1 1 0,1-1 0,-1 0 0,0 0 0,0 0 0,1 0 0,-1 0 0,0 0 0,0 0 0,0 0 0,0-1 0,0 1 0,0-2 0,13-16 0,-2-1 0,0 0 0,-1-1 0,9-26 0,28-95 0,-42 122 0,128-599 0,-71 287 0,-44 252 0,-9 40 0,6-45 0,-17 78 0,-5 16 0,-9 27 0,-227 724 0,239-748 0,0 1 0,0-1 0,-1 17 0,8-16 0,-4-13 0,1 1 0,-1-1 0,1 0 0,-1 0 0,0 0 0,1 0 0,-1 0 0,0 0 0,1 0 0,-1 0 0,1 0 0,-1 0 0,0 0 0,1 0 0,-1 0 0,1 0 0,-1 0 0,0 0 0,1 0 0,-1 0 0,1 0 0,-1-1 0,0 1 0,1 0 0,-1 0 0,0-1 0,1 1 0,-1 0 0,13-12 0,-1-1 0,0 0 0,-1-1 0,-1 0 0,0 0 0,12-25 0,-4 10 0,169-312 0,-35 58 0,-137 257 0,35-44 0,-49 68 0,0 0 0,1 0 0,-1 0 0,1 0 0,0 0 0,0 0 0,0 0 0,0 1 0,0-1 0,0 0 0,0 1 0,1 0 0,-1 0 0,0 0 0,1 0 0,-1 0 0,1 0 0,2 0 0,-4 1 0,-1 0 0,1 1 0,0-1 0,-1 0 0,1 1 0,0-1 0,-1 0 0,1 1 0,-1-1 0,1 1 0,-1-1 0,1 1 0,-1-1 0,1 1 0,-1 0 0,0-1 0,1 1 0,-1 0 0,0-1 0,1 1 0,-1 0 0,0 0 0,5 32 0,-9 37 0,-2 0 0,-29 122 0,21-121 0,-107 388 0,113-436 0,3-9 0,0 1 0,2-1 0,-4 19 0,7-33 0,0 1 0,0-1 0,-1 0 0,1 0 0,0 1 0,0-1 0,0 0 0,0 1 0,0-1 0,0 0 0,0 0 0,-1 1 0,1-1 0,0 0 0,0 1 0,0-1 0,0 0 0,0 1 0,0-1 0,1 0 0,-1 0 0,0 1 0,0-1 0,0 0 0,0 1 0,0-1 0,0 0 0,0 0 0,1 1 0,-1-1 0,0 0 0,0 0 0,0 1 0,1-1 0,-1 0 0,0 0 0,0 0 0,1 1 0,-1-1 0,0 0 0,0 0 0,1 0 0,-1 0 0,0 0 0,0 0 0,1 0 0,-1 1 0,0-1 0,1 0 0,-1 0 0,0 0 0,1 0 0,-1 0 0,0 0 0,1-1 0,15-11 0,4-13 0,-2 0 0,0 0 0,-2-2 0,-1 0 0,20-52 0,-21 49 0,79-187 0,30-64 0,-119 273 0,0 0 0,0 0 0,1 0 0,0 0 0,8-8 0,-12 15 0,-1 1 0,0-1 0,1 1 0,-1 0 0,1-1 0,-1 1 0,1 0 0,-1-1 0,1 1 0,-1 0 0,1-1 0,-1 1 0,1 0 0,-1 0 0,1 0 0,-1 0 0,1 0 0,-1-1 0,1 1 0,-1 0 0,1 0 0,0 0 0,-1 0 0,1 1 0,-1-1 0,1 0 0,-1 0 0,1 0 0,-1 0 0,1 0 0,-1 1 0,1-1 0,-1 0 0,1 1 0,-1-1 0,1 0 0,-1 1 0,1-1 0,-1 0 0,0 1 0,1-1 0,-1 1 0,0-1 0,1 1 0,-1-1 0,0 1 0,0-1 0,1 1 0,-1-1 0,0 1 0,0-1 0,0 2 0,3 6 0,0 1 0,-1-1 0,0 1 0,-1 0 0,0 0 0,0 0 0,-1 10 0,-7 73 0,4-68 0,-70 436 0,51-342 0,10-56 0,-91 420 0,70-381 0,32-98 0,0 0 0,0 0 0,0 0 0,-1 0 0,1 0 0,-1-1 0,0 1 0,1-1 0,-1 1 0,0-1 0,-5 5 0,7-7 0,0 0 0,-1 0 0,1 0 0,0 0 0,-1 0 0,1 0 0,0 0 0,-1-1 0,1 1 0,0 0 0,-1 0 0,1 0 0,0 0 0,0 0 0,-1 0 0,1-1 0,0 1 0,0 0 0,-1 0 0,1 0 0,0-1 0,0 1 0,-1 0 0,1 0 0,0-1 0,0 1 0,0 0 0,0 0 0,-1-1 0,1 1 0,0 0 0,0-1 0,0 1 0,0-1 0,-6-26 0,3-36 0,3 0 0,3 0 0,14-87 0,-10 96 0,25-166 0,10 1 0,10 2 0,121-324 0,-164 518 0,18-35 0,-11 38 0,-15 20 0,-1 0 0,0 0 0,0 0 0,1 0 0,-1 0 0,0-1 0,0 1 0,1 0 0,-1 0 0,0 0 0,0 0 0,1 0 0,-1 0 0,0 0 0,0 0 0,1 0 0,-1 0 0,0 0 0,0 0 0,1 0 0,-1 1 0,0-1 0,0 0 0,1 0 0,-1 0 0,0 0 0,0 0 0,1 0 0,-1 1 0,0-1 0,0 0 0,0 0 0,1 0 0,-1 1 0,0-1 0,0 0 0,0 0 0,0 0 0,0 1 0,1-1 0,-1 0 0,1 5 0,0 0 0,0 0 0,0-1 0,-1 1 0,1 0 0,-1 0 0,-1 5 0,-4 76 0,-24 121 0,-34 91 0,48-234 0,-191 733 0,205-791 0,7-17 0,13-35 0,177-514 0,-98 290-164,116-302-366,-203 546 530,21-40 0,-30 64 0,-1 0 0,0 0 0,1 0 0,-1 0 0,1 0 0,-1 0 0,1 0 0,0 1 0,3-3 0,-5 4 0,0 0 0,1-1 0,-1 1 0,0 0 0,1 0 0,-1 0 0,0 0 0,1 0 0,-1 0 0,0 0 0,1 0 0,-1 0 0,0 0 0,1 0 0,-1 0 0,0 0 0,0 0 0,1 0 0,-1 1 0,0-1 0,1 0 0,-1 0 0,0 0 0,1 0 0,-1 1 0,0-1 0,0 0 0,1 0 0,-1 0 0,0 1 0,0-1 0,0 0 0,1 0 0,-1 1 0,0-1 0,0 0 0,0 1 0,0-1 0,2 6 0,0 0 0,-1 0 0,0 0 0,0 0 0,0 11 0,-1 47-6,-3 0 0,-3-1 1,-2 0-1,-27 100 0,-94 246 128,120-381-99,-22 63 165,11-27-58,-3-1 0,-38 75 0,47-116-130,-1-1 0,-1 0 0,-1-1 0,-29 26 0,11-12 0,-164 159 0,153-155 0,-1-2 0,-86 51 0,124-82 0,1 0 0,-2-1 0,1 0 0,0 0 0,-1-1 0,1-1 0,-17 3 0,20-5 0,-1 1 0,1-2 0,-1 1 0,1-1 0,0 0 0,-1 0 0,1-1 0,0 0 0,0 0 0,0-1 0,0 1 0,-8-6 0,-10-7 0,1-2 0,0 0 0,1-2 0,1 0 0,0-1 0,2-1 0,1-1 0,0-1 0,2-1 0,0 0 0,-13-29 0,-11-34 0,-56-176 0,95 262 0,-27-87 0,5-1 0,-25-175 0,48 257 0,-1-5 0,0 1 0,-1 0 0,0 0 0,-6-16 0,8 26 0,-1-1 0,0 1 0,1-1 0,-1 1 0,0 0 0,1 0 0,-1-1 0,0 1 0,0 0 0,0 0 0,0 0 0,-1 0 0,1 0 0,0 0 0,0 0 0,0 1 0,-3-2 0,2 2 0,1 0 0,-1-1 0,1 1 0,-1 1 0,1-1 0,-1 0 0,0 0 0,1 0 0,-1 1 0,1-1 0,-1 1 0,1-1 0,0 1 0,-1 0 0,1 0 0,-1-1 0,1 1 0,0 0 0,0 0 0,-2 2 0,-9 9 0,0 1 0,1-1 0,1 2 0,0-1 0,1 1 0,-11 24 0,1-5 0,-182 330 0,-28 47 0,211-378 0,11-18 0,0-1 0,-2 1 0,1-2 0,-2 1 0,0-1 0,-17 17 0,27-28 0,-1-1 0,1 1 0,0-1 0,-1 1 0,1-1 0,-1 0 0,1 1 0,-1-1 0,1 1 0,-1-1 0,1 0 0,-1 1 0,1-1 0,-1 0 0,0 0 0,1 0 0,-1 1 0,1-1 0,-1 0 0,0 0 0,1 0 0,-1 0 0,0 0 0,1 0 0,-1 0 0,0 0 0,1 0 0,-1 0 0,1-1 0,-1 1 0,0 0 0,1 0 0,-1 0 0,1-1 0,-1 1 0,1 0 0,-1-1 0,1 1 0,-1-1 0,1 1 0,-1 0 0,1-1 0,-1 1 0,1-1 0,0 1 0,-1-2 0,-6-31 0,7-6 0,2 0 0,2 0 0,1 0 0,2 0 0,13-39 0,-10 38 0,175-569-408,43 13-63,-202 531 464,14-40 7,65-152 0,-100 246 0,0 1 0,0 0 0,1 0 0,10-13 0,-16 22 0,0 1 0,1-1 0,-1 1 0,1-1 0,-1 1 0,1-1 0,-1 1 0,1 0 0,-1-1 0,1 1 0,-1 0 0,1-1 0,-1 1 0,1 0 0,-1 0 0,1-1 0,0 1 0,-1 0 0,1 0 0,0 0 0,-1 0 0,1 0 0,-1 0 0,1 0 0,0 0 0,-1 0 0,1 0 0,0 0 0,-1 0 0,1 1 0,0-1 0,1 2-1,0 0 1,-1 0 0,1 0 0,-1 0 0,0 0 0,0 0 0,0 0 0,0 1 0,0-1 0,0 0 0,0 1 0,-1-1 0,1 4 0,5 32 0,2 55 1,-10 383-324,-28 2-398,-44 177 1548,66-618-827,10-63 0,77-418 552,35 5-1,-104 407-551,14-37 0,-22 63 0,1 0 0,0 0 0,0 0 0,0 1 0,1-1 0,0 1 0,7-8 0,-11 13 0,0-1 0,1 1 0,-1 0 0,0-1 0,0 1 0,1 0 0,-1-1 0,0 1 0,1 0 0,-1 0 0,1-1 0,-1 1 0,0 0 0,1 0 0,-1 0 0,1 0 0,-1-1 0,0 1 0,1 0 0,-1 0 0,1 0 0,-1 0 0,1 0 0,-1 0 0,1 0 0,-1 0 0,0 0 0,1 0 0,-1 1 0,1-1 0,-1 0 0,1 0 0,-1 0 0,0 0 0,1 1 0,-1-1 0,0 0 0,1 0 0,-1 1 0,0-1 0,1 0 0,-1 1 0,0-1 0,1 0 0,-1 1 0,0-1 0,0 0 0,0 1 0,1-1 0,-1 1 0,0-1 0,0 0 0,0 1 0,0-1 0,0 1 0,3 12 0,-2-1 0,0 1 0,0-1 0,-1 1 0,-1 0 0,-3 21 0,2-9 0,-18 154 0,15-122 0,5-56 0,0 0 0,0 1 0,0-1 0,0 0 0,0 0 0,0 0 0,1 0 0,-1 0 0,0 0 0,1 0 0,-1 0 0,1 0 0,-1 0 0,1 0 0,1 1 0,-2-1 0,0-1 0,1 0 0,-1 0 0,1 0 0,-1 1 0,1-1 0,-1 0 0,0 0 0,1 0 0,-1 0 0,1 0 0,-1 0 0,1 0 0,-1 0 0,1 0 0,-1 0 0,1 0 0,-1 0 0,1 0 0,-1 0 0,0 0 0,1-1 0,-1 1 0,2 0 0,2-3 0,-1 0 0,1 1 0,0-1 0,-1-1 0,7-5 0,13-20 0,-1 0 0,-1-1 0,-2 0 0,-1-2 0,14-35 0,63-176 0,-92 235 0,28-86 0,29-71 0,-59 163 0,-1 0 0,1 0 0,-1 0 0,1 1 0,0-1 0,0 0 0,0 1 0,0-1 0,0 0 0,0 1 0,0 0 0,0-1 0,1 1 0,1-2 0,-10 42 0,-137 409 0,-34-5 0,115-293 0,16-40 0,27-75 0,17-41 0,6-19 0,140-677-699,-47 248 314,-33 106 360,35-160 30,-82 451-5,-13 53 0,-2 12 0,-14 92 0,-120 528 163,110-535-375,-66 168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5:00:25.9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310 1627 24575,'59'-2'0,"-27"0"0,0 2 0,36 4 0,-60-3 0,0 0 0,0 1 0,-1-1 0,1 2 0,0-1 0,-1 1 0,1 0 0,-1 1 0,0 0 0,0 0 0,0 0 0,-1 1 0,9 8 0,-10-7 0,-1 0 0,1 1 0,-1-1 0,-1 1 0,1 0 0,-1 0 0,0 1 0,-1-1 0,4 14 0,9 26 0,-12-46 0,-1-6 0,33-103 0,29-74 0,-39 129 0,3 1 0,2 1 0,2 1 0,2 2 0,3 2 0,1 1 0,2 2 0,90-74 0,-115 105 0,1 0 0,0 1 0,1 1 0,28-13 0,-41 21 0,0 0 0,0 1 0,1-1 0,-1 1 0,1 0 0,-1 1 0,1-1 0,-1 1 0,1 0 0,0 0 0,-1 0 0,1 0 0,-1 1 0,1 0 0,-1 0 0,1 0 0,-1 0 0,0 1 0,1 0 0,-1 0 0,0 0 0,0 0 0,0 1 0,6 5 0,0 2 0,-1 1 0,0 0 0,-1 0 0,0 1 0,-1 0 0,0 0 0,-1 1 0,9 23 0,-2 5 0,14 69 0,-17-59 0,-3 1 0,-1 0 0,-3 0 0,-7 105 0,1-141 0,-1 0 0,0 0 0,-1-1 0,-1 0 0,0 0 0,-1 0 0,-1-1 0,0 0 0,-1 0 0,-1-1 0,-12 14 0,12-15 0,-1-1 0,-1 0 0,0 0 0,0-1 0,-1-1 0,0 0 0,0-1 0,-1 0 0,0-1 0,-1-1 0,-22 8 0,23-11 0,0 0 0,0-1 0,0 0 0,0-1 0,-1-1 0,1 0 0,0-1 0,-19-3 0,25 2 0,0 0 0,1 0 0,-1-1 0,1 1 0,0-2 0,0 1 0,0-1 0,0 0 0,0-1 0,1 0 0,0 0 0,0 0 0,0-1 0,1 1 0,0-1 0,-6-9 0,-8-16 0,2 0 0,2-1 0,1-1 0,1 0 0,2-1 0,1 0 0,-8-51 0,8 5 0,2 0 0,5-98 0,3 139 0,2 0 0,2 0 0,16-68 0,-17 95 0,0 0 0,1 1 0,0 0 0,1 0 0,0 0 0,1 0 0,0 1 0,0 0 0,1 0 0,1 1 0,0-1 0,0 2 0,0-1 0,1 1 0,1 1 0,15-11 0,-20 15 0,0 0 0,0 1 0,0 0 0,1 0 0,-1 1 0,0-1 0,1 1 0,-1 0 0,1 0 0,-1 1 0,1 0 0,-1 0 0,1 0 0,-1 1 0,9 1 0,-7 0 0,1 1 0,-1 0 0,0 0 0,0 1 0,-1-1 0,1 2 0,-1-1 0,0 1 0,11 10 0,3 7 0,-1 2 0,-1 0 0,-1 1 0,20 40 0,-36-65 0,23 46 0,-1 1 0,-3 1 0,-1 1 0,-3 0 0,-2 2 0,-2-1 0,-2 2 0,2 56 0,-6-24 0,-11 157 0,-1-185 0,-2 0 0,-3-1 0,-31 93 0,32-118 0,-2 0 0,-1-1 0,-29 48 0,35-67 0,0 0 0,-1 0 0,1-1 0,-2-1 0,1 1 0,-1-1 0,-1-1 0,0 1 0,0-2 0,0 1 0,0-1 0,-1-1 0,-13 5 0,13-6 0,-1-1 0,1 1 0,-1-2 0,0 0 0,0 0 0,-1-1 0,-22-1 0,29-1 0,0 0 0,0 0 0,0-1 0,0 1 0,0-1 0,0-1 0,1 1 0,-1-1 0,1 0 0,-1 0 0,1-1 0,0 1 0,0-1 0,1 0 0,-1 0 0,1-1 0,-6-7 0,1-3 0,-1 0 0,2-1 0,0 0 0,1 0 0,0-1 0,2 0 0,0 0 0,1-1 0,-4-27 0,4 0 0,1 0 0,6-77 0,2 77 0,1 0 0,3 0 0,27-83 0,67-125 0,-27 95-188,7 3 0,141-200-1,-140 241 48,5 4 0,5 3 0,149-131-1,-210 209 142,0 1 0,2 1 0,1 2 0,76-40 0,-105 62 0,1 0 0,-1 0 0,1 1 0,0 0 0,-1 0 0,1 0 0,0 1 0,0 1 0,0-1 0,0 1 0,0 1 0,12 1 0,-14-1 0,-1 1 0,1 1 0,0-1 0,-1 1 0,1 0 0,-1 0 0,0 0 0,0 1 0,0 0 0,-1 0 0,1 0 0,-1 0 0,0 1 0,0-1 0,0 1 0,4 8 0,2 5 47,0 2 0,0-1 0,-2 1-1,0 0 1,7 35 0,12 106 516,-15-32-468,-5 1 1,-14 171-1,6-282-95,-1 1 0,-1-1 0,0 0 0,-2 0 0,-10 29 0,11-39 0,0-1 0,0 1 0,-1-1 0,0 0 0,-1 0 0,0-1 0,0 1 0,-1-1 0,0-1 0,0 1 0,0-1 0,-1-1 0,-11 8 0,-13 4 0,-1-2 0,0-1 0,-53 15 0,-111 17 0,149-35 0,-90 19 0,-376 68 0,503-97 0,-5 1 0,0 0 0,-1-1 0,-31-2 0,44 0 0,1 1 0,-1-1 0,1 1 0,-1-1 0,1 0 0,0-1 0,-1 1 0,1 0 0,0-1 0,0 0 0,0 0 0,0 0 0,0 0 0,0 0 0,1 0 0,-1-1 0,1 0 0,-1 1 0,1-1 0,0 0 0,0 0 0,0 0 0,1 0 0,-2-4 0,-1-5 0,1-1 0,0 1 0,0-1 0,2 0 0,-1-20 0,5-71 0,0 53 0,-1 18 0,2-1 0,1 1 0,1 0 0,2 0 0,1 0 0,2 1 0,1 1 0,1 0 0,22-36 0,-20 41 0,2 2 0,0 0 0,1 1 0,2 1 0,0 1 0,1 1 0,1 0 0,1 2 0,1 0 0,50-27 0,-64 40 0,1 1 0,-1-1 0,1 2 0,0 0 0,1 0 0,-1 1 0,0 0 0,1 1 0,-1 0 0,13 1 0,-17 0 0,1 1 0,0 0 0,0 1 0,-1 0 0,1 0 0,0 0 0,-1 1 0,0 0 0,0 0 0,0 1 0,0 0 0,0 1 0,-1-1 0,0 1 0,9 9 0,-4-1 0,0 0 0,-1 1 0,-1 0 0,-1 1 0,0 0 0,9 23 0,0 9 0,11 50 0,-8-6 0,-4 0 0,7 126 0,-16 193 0,-8-310 0,-5-1 0,-30 164 0,27-220 0,-2 0 0,-2-1 0,-2 0 0,-2-2 0,-2 1 0,-1-2 0,-2-1 0,-40 53 0,38-60 0,-3-1 0,0-1 0,-61 49 0,74-67 0,-1-1 0,0 0 0,0-1 0,-1-1 0,0-1 0,0 0 0,-1-1 0,0-1 0,0 0 0,0-2 0,-24 3 0,9-5 0,1-1 0,-1-2 0,0-2 0,1 0 0,0-2 0,0-2 0,0 0 0,1-2 0,0-2 0,1 0 0,0-2 0,1-1 0,1-2 0,1 0 0,0-2 0,-26-24 0,44 35 0,0 0 0,1-1 0,0 0 0,1-1 0,-1 1 0,2-1 0,-1 0 0,2-1 0,-1 1 0,1-1 0,-4-21 0,2-3 0,1-1 0,0-50 0,4 43 0,-7-83 0,-3-81 0,11 159 0,3-1 0,10-62 0,1 47 0,2 1 0,3 1 0,2 0 0,4 1 0,2 2 0,55-91 0,-74 137 0,0 0 0,0 0 0,1 1 0,1 0 0,0 0 0,0 1 0,1 1 0,20-16 0,-29 25 0,0 0 0,0 0 0,0 0 0,0 0 0,1 0 0,-1 0 0,0 1 0,0-1 0,0 1 0,1-1 0,-1 1 0,0 0 0,1 0 0,-1 0 0,0 0 0,1 0 0,-1 1 0,0-1 0,0 1 0,1-1 0,-1 1 0,0 0 0,0 0 0,0 0 0,0 0 0,0 0 0,0 1 0,0-1 0,0 0 0,-1 1 0,1 0 0,2 2 0,2 4 0,-1 0 0,0-1 0,0 2 0,-1-1 0,0 1 0,4 14 0,4 15 0,-2 1 0,-2 1 0,-2 0 0,2 51 0,-8 166 0,-2-184 0,1-42 0,-2 1 0,-1 0 0,-1-1 0,-2 0 0,-1 0 0,-2-1 0,-1 0 0,-1-1 0,-1 0 0,-2-1 0,-1 0 0,-29 38 0,22-38 0,-1 0 0,-1-2 0,-2-1 0,0-1 0,-1-1 0,-2-2 0,0 0 0,-1-3 0,-1 0 0,-54 21 0,36-21 0,-86 21 0,109-34 0,-1 0 0,0-2 0,0-1 0,-54-3 0,79 1 0,-1 0 0,1 0 0,-1-1 0,1 1 0,-1-1 0,1 0 0,-1 0 0,1 0 0,0-1 0,0 1 0,0-1 0,-1 0 0,1 0 0,1 0 0,-1 0 0,0 0 0,1-1 0,-1 1 0,1-1 0,-5-5 0,3-1 0,1 1 0,0-1 0,0 0 0,1 0 0,0 0 0,-1-17 0,-11-126 0,8-218 0,8 240 0,-3-65 0,4-218 0,-2 383 0,1 0 0,11-50 0,-10 70 0,-1-1 0,2 1 0,-1 0 0,1 0 0,1 1 0,0-1 0,0 1 0,1 0 0,0 0 0,1 1 0,7-9 0,-10 14 0,0 0 0,0 0 0,0 0 0,0 1 0,1-1 0,-1 1 0,1 0 0,0 1 0,0-1 0,0 1 0,-1 0 0,1 0 0,0 0 0,0 1 0,1-1 0,-1 1 0,0 0 0,0 1 0,0 0 0,0-1 0,0 1 0,-1 1 0,1-1 0,0 1 0,0 0 0,8 4 0,-3 0 0,1 0 0,-1 0 0,-1 1 0,1 0 0,-1 1 0,0 0 0,-1 0 0,0 1 0,0 0 0,10 16 0,-9-7 0,0-1 0,-1 1 0,-1 0 0,-1 1 0,0 0 0,2 22 0,12 122 0,-16-111 0,2-8 0,-3 1 0,-1 0 0,-2 0 0,-11 70 0,10-108 0,-1-1 0,0 1 0,0-1 0,-1 0 0,1 0 0,-2 0 0,1 0 0,-1 0 0,1-1 0,-2 1 0,1-1 0,-1 0 0,-6 6 0,8-8 0,-1-1 0,1 1 0,0-1 0,-1 0 0,1-1 0,-1 1 0,0 0 0,1-1 0,-1 0 0,0 0 0,0 0 0,0 0 0,0-1 0,0 1 0,0-1 0,0 0 0,0 0 0,0-1 0,0 1 0,1-1 0,-1 0 0,0 0 0,0 0 0,-4-2 0,3 0 0,1 0 0,0 0 0,0 0 0,0 0 0,0-1 0,0 0 0,1 0 0,-1 0 0,1 0 0,0 0 0,0-1 0,1 1 0,-1-1 0,1 0 0,-3-7 0,-3-12 0,-10-46 0,15 57 0,-7-38 0,1 0 0,3 0 0,2-1 0,5-78 0,2 91 0,2 1 0,1 0 0,2 0 0,2 1 0,2 0 0,27-60 0,-10 37 0,2 1 0,3 2 0,79-99 0,-108 150 0,0-1 0,1 1 0,0 0 0,1 1 0,-1 0 0,1 0 0,0 0 0,0 1 0,1 0 0,-1 0 0,15-4 0,-15 6 0,0 1 0,1 0 0,-1 0 0,0 1 0,0 0 0,1 0 0,-1 1 0,0 0 0,0 0 0,0 1 0,0 0 0,0 0 0,11 6 0,-6-3 0,-1 0 0,0 1 0,0 1 0,-1 0 0,0 0 0,0 1 0,0 0 0,-1 1 0,-1 0 0,1 0 0,-2 1 0,1 0 0,11 22 0,-10-14 0,-1 1 0,-1 0 0,-1 0 0,0 1 0,-2 0 0,0 0 0,2 39 0,-11 466 0,1-491 0,0 0 0,-3-1 0,0 0 0,-3 0 0,0-1 0,-2 0 0,-24 45 0,0-13 0,-3-1 0,-65 78 0,61-85 0,-37 46 0,68-88 0,-2 0 0,1-2 0,-1 0 0,-30 20 0,12-13 0,8-3 0,-1-1 0,-1-2 0,-33 13 0,54-24 0,0-1 0,0 0 0,0 0 0,-1 0 0,1-1 0,0 0 0,0 0 0,0 0 0,0 0 0,0-1 0,0 0 0,0 0 0,0 0 0,0-1 0,0 0 0,0 0 0,1 0 0,-1 0 0,1-1 0,-1 0 0,1 0 0,0 0 0,0 0 0,0-1 0,1 1 0,-1-1 0,1 0 0,-4-5 0,-7-13 0,0 0 0,1-1 0,1 0 0,-11-32 0,14 34 0,-4-14 0,1-1 0,1-1 0,3 0 0,0 0 0,3-1 0,-1-43 0,5 19 0,3-1 0,19-120 0,-10 127 0,3 0 0,2 1 0,39-89 0,-38 107 0,2 0 0,1 2 0,2 0 0,2 2 0,52-59 0,-67 82 0,1 2 0,0-1 0,0 1 0,0 1 0,1 0 0,0 0 0,1 1 0,17-6 0,-24 10 0,1 0 0,0 1 0,0-1 0,-1 1 0,1 1 0,0-1 0,0 1 0,0 0 0,0 0 0,0 1 0,-1-1 0,1 1 0,0 1 0,0-1 0,-1 1 0,1 0 0,-1 0 0,1 1 0,-1 0 0,7 4 0,-1 2 0,0 0 0,-1 1 0,0 0 0,-1 0 0,0 1 0,0 0 0,-1 1 0,0 0 0,9 22 0,0 6 0,21 72 0,-37-107 0,2 1 0,-1-10 0,0-15 0,1-20 0,1 0 0,3 0 0,1 0 0,2 1 0,1 0 0,2 1 0,2 0 0,33-59 0,-2 19 0,3 2 0,104-122 0,-152 196 0,5-8 0,1 1 0,-1 1 0,2 0 0,-1-1 0,1 2 0,-1-1 0,2 1 0,-1 1 0,11-6 0,-17 11 0,0-1 0,-1 1 0,1 0 0,0-1 0,0 1 0,0 0 0,0 0 0,0 1 0,0-1 0,0 0 0,0 1 0,0-1 0,0 1 0,-1-1 0,1 1 0,0 0 0,0 0 0,-1 0 0,1 0 0,0 0 0,-1 0 0,1 0 0,-1 1 0,0-1 0,1 1 0,-1-1 0,0 1 0,0-1 0,0 1 0,0 0 0,0-1 0,0 1 0,1 3 0,3 6 0,-1 1 0,0-1 0,5 23 0,-9-30 0,10 45 0,-3 0 0,-2 0 0,-2 0 0,-2 1 0,-2 0 0,-3-1 0,-2 0 0,-14 60 0,14-84 0,-2-1 0,-15 35 0,20-53 0,0 0 0,0 1 0,-1-1 0,0 0 0,0-1 0,0 1 0,-1-1 0,0 0 0,0 0 0,0 0 0,0 0 0,-1-1 0,-10 6 0,15-10 10,0 1 0,0-1 0,0 1 0,0-1 0,-1 1 0,1-1 1,0 0-1,0 0 0,-1 0 0,1 0 0,0 1 0,-1-2 0,1 1 0,0 0 0,0 0 0,-1 0 0,1 0 0,0-1 0,0 1 0,0-1 0,-1 1 0,1-1 0,0 1 0,0-1 0,0 0 0,0 0 0,0 1 0,0-1 0,0 0 0,0 0 0,0 0 0,1 0 1,-2-2-1,-1-1-254,0-1 0,1 0 0,0 0 0,0 0 1,0 0-1,-1-8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F2E4D87-8B50-3208-23FB-5192551FE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D5C21D0F-AC65-EB27-6E6D-5A9F0DB473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197D9EC7-3090-5B8C-1F31-93CAFE41C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385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6E9F2A2-E867-2E12-E986-1D61B6146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EF6114E3-6907-DC6A-10DF-E63365E95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B18376E1-14E6-C615-D850-6DCD2A21B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045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F68E482-365E-9641-494F-E7EA8C3E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CE33FF57-1BAF-6C53-79CD-4CD58567AF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44B06D49-A696-006D-A813-F18756435F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55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EEADBE8-D076-FF27-FD6D-E7ABEBD6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8BA6DC51-2588-4854-F336-5D75F3B8AA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D3FE6A44-7BF1-D2FE-2F0B-5CA4ADD84A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46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F6F2148-D35F-10EC-2CD4-D075B2A3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C47B09F0-D241-1F01-1A15-F642A1D7E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385F7D8A-0716-4F0F-CEB0-9A61B6E81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605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3DE81EC-75A6-5E1E-ED44-39293427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9D4493B0-1BCB-42AD-6D27-A864AE794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529EBB04-A112-6F01-838F-7D4BE9F514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722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C2EF84D-3AA2-7B2F-4137-D1493F8E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4B5EDFBA-9A2B-5EB6-3B58-C3D5DF6C3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35BFC362-D85E-3C00-38B6-7AD917096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536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11763C6-56D2-3A2C-B0C3-D8FA441F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39E8FD34-A455-9439-BAFC-B4AE83DF03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356AA809-D68D-210C-36C2-BBABC6FFDF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145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7A6E8D0-6E6D-C3BA-73B6-83225CE5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B5CE6632-0E8E-DE82-9A59-49C70BC4B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4705EF67-E0D8-D28B-7D9C-AA79C0D3F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114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9F1CAAB-954E-1FFB-848E-EA9DA42C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0DE650FA-4E72-D0D9-188F-DF5280EFC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C7B571E0-3CC8-CA20-40D2-4D9D3BAAB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597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A6ED44B-D1B7-8871-C4B3-450A7011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16042FB9-D718-E20A-EDB4-CBDCFA01E1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E5B3A33A-EEA2-B126-2F2C-EED9657BB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668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561222A-A47F-44FD-FD1C-CA1E21E47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D0B55C6F-4114-7034-85D2-258D9F48C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B8454866-18BF-CCAE-0AC7-C2DAAFD56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994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CCDA806-84B5-5DA8-0C97-23C57561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A32C5660-B8B7-7996-1D9D-E02AE0C07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448269A4-2746-B1E7-1C92-016554D28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987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B4A32F4-0A1C-A75F-3403-24465ECBC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F747E4A6-E8C3-0A70-3546-0DA8A85A70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FFA5F077-D7F5-C88F-0AA6-8F852E063B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281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52B9F43-5F89-107C-5C29-C0A01FD2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EDD368D6-DBCA-B4C1-012A-805F2F353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F831CC39-B4E1-14B8-BB2D-2FDA2655D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9DE9151-C961-1B97-5684-33CBCB68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3E67B2EE-61A6-2C94-440C-5A1BB1F9E3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6DA908D3-4C23-8335-5DFF-3687A0A341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275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FA11A2D-24A6-B76F-F4EA-130DF241C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C770C97A-8753-BAE9-0D50-87C37AB42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C3DCDC2C-660B-613D-3BB7-F9F8F89E80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03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C463B77-E216-79B1-AEA5-DD310DDA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E824E284-6F4A-9C7C-9B18-9F45BE11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0A9D83A8-B58D-856E-A8AA-E8D58888DC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2977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1BA9CC7-13E0-4810-1EBD-163D1412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9156BC63-A914-64C3-1115-507D345FB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C22BB3A7-3F54-F8ED-61C1-6DBB2D6B5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590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8CE6331-07D5-108F-0F7A-C448D5C8C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6E0C9494-66E8-E31F-82EB-623AD209C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BB6FC378-1C8E-2604-59EF-0AB757A8A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72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626532F-F2EE-C8B8-6128-E7D0BF4BD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27A55B39-C5C4-23DD-8728-07CB7A456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7CE9E464-BD94-F990-9CF4-06722B747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351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CDD04B2-614F-BD9A-7658-765A6407E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17752F34-5F15-5FB4-1AAE-CDEEEAF89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97F16356-A436-339C-98FF-5BCEF8D17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1366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370981B-4129-4503-AB83-69AECBAC0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7BDE06A4-5A9D-FD45-ADFC-EFEA6162C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E93EEF3C-15A8-54F0-CB2F-0E80B6B648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8260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3BD39C5-FDE0-B68E-03A4-4909C8B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CC82FB69-916C-D932-6A0F-CFAEC19F1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3DC7BDD9-F02E-8ECC-001C-B36200E59F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7847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ACDB21A-235C-B856-6616-8F6A71CD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:notes">
            <a:extLst>
              <a:ext uri="{FF2B5EF4-FFF2-40B4-BE49-F238E27FC236}">
                <a16:creationId xmlns:a16="http://schemas.microsoft.com/office/drawing/2014/main" id="{F31EEEB5-CE54-C731-9433-8A983AF4D3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4:notes">
            <a:extLst>
              <a:ext uri="{FF2B5EF4-FFF2-40B4-BE49-F238E27FC236}">
                <a16:creationId xmlns:a16="http://schemas.microsoft.com/office/drawing/2014/main" id="{064D18BE-170E-2104-5A50-18B9CADB6C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369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3"/>
          </p:nvPr>
        </p:nvSpPr>
        <p:spPr>
          <a:xfrm>
            <a:off x="4629151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1"/>
          <p:cNvSpPr>
            <a:spLocks noGrp="1"/>
          </p:cNvSpPr>
          <p:nvPr>
            <p:ph type="pic" idx="2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9" name="Google Shape;69;p21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>
            <a:spLocks noGrp="1"/>
          </p:cNvSpPr>
          <p:nvPr>
            <p:ph type="title"/>
          </p:nvPr>
        </p:nvSpPr>
        <p:spPr>
          <a:xfrm rot="5400000">
            <a:off x="4623594" y="2285208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3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0" Type="http://schemas.openxmlformats.org/officeDocument/2006/relationships/customXml" Target="../ink/ink14.xml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6.xml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59B7185-A7B0-4EBE-3625-6DF739C8B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C1EBFEA5-121E-94EF-B1AD-8B927F7F64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235C659C-EAE6-309B-A6A8-3ED36E34F457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97D6FB3E-B180-74DF-FB5B-85E65EFD7B16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F0671B24-14E9-D133-7FCE-4F63AD740988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6416DF01-8365-3432-A3F8-8784992DE9FA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A914231-3FF9-2466-9D05-B67CC3707D12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3D16E2-51A8-2C89-C804-450265E87EB7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769D9D43-4BE0-5082-6D1D-3BDB6EBBF51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3A149B7-E9AF-21DD-A77F-982FA13A65FF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AIML Workshop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8F9774-E1A3-E0BA-F0B2-3CBFEEECA4DC}"/>
              </a:ext>
            </a:extLst>
          </p:cNvPr>
          <p:cNvSpPr txBox="1"/>
          <p:nvPr/>
        </p:nvSpPr>
        <p:spPr>
          <a:xfrm>
            <a:off x="1474838" y="2132030"/>
            <a:ext cx="599649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800" b="1" dirty="0">
                <a:latin typeface="ubuntu" panose="020B0504030602030204" pitchFamily="34" charset="0"/>
              </a:rPr>
              <a:t>Day-3</a:t>
            </a:r>
          </a:p>
        </p:txBody>
      </p:sp>
    </p:spTree>
    <p:extLst>
      <p:ext uri="{BB962C8B-B14F-4D97-AF65-F5344CB8AC3E}">
        <p14:creationId xmlns:p14="http://schemas.microsoft.com/office/powerpoint/2010/main" val="3550332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146A6BEA-CC2A-E87B-28C8-0D264DA2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47261DC5-6961-C443-EB95-B6EF8415D8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DC301FC7-8B4B-5ABC-6470-CD7AA5390729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35E8EDE9-C3F3-8BE2-CEEC-8750344AFF71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811F2401-774B-5377-B281-5DC5073AD17E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7DE398D0-6277-58A2-E5B9-E2BD677E3D29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0B91521-8661-AB64-AEF8-B37E39C76C36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1BFE9A-889E-97F8-F23F-251ADECA8C11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A1059169-7106-89E9-A870-00EC57F60D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C46071C-A440-4186-F2AF-10AB8C517B25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Clustering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DA83BC-484E-8B7A-63CC-3BFA1AD5B54C}"/>
              </a:ext>
            </a:extLst>
          </p:cNvPr>
          <p:cNvSpPr txBox="1"/>
          <p:nvPr/>
        </p:nvSpPr>
        <p:spPr>
          <a:xfrm>
            <a:off x="536714" y="2993721"/>
            <a:ext cx="8031848" cy="138499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1"/>
                </a:solidFill>
                <a:latin typeface="ubuntu" panose="020B0504030602030204" pitchFamily="34" charset="0"/>
              </a:rPr>
              <a:t>Group similar data points together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1"/>
                </a:solidFill>
                <a:latin typeface="ubuntu" panose="020B0504030602030204" pitchFamily="34" charset="0"/>
              </a:rPr>
              <a:t>Identify hidden patterns in data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1"/>
                </a:solidFill>
                <a:latin typeface="ubuntu" panose="020B0504030602030204" pitchFamily="34" charset="0"/>
              </a:rPr>
              <a:t>Analyze data without output labels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A3A4A-A79A-8FF7-B2D5-9D5D731BA50E}"/>
              </a:ext>
            </a:extLst>
          </p:cNvPr>
          <p:cNvSpPr txBox="1"/>
          <p:nvPr/>
        </p:nvSpPr>
        <p:spPr>
          <a:xfrm>
            <a:off x="536713" y="1711283"/>
            <a:ext cx="8031849" cy="9541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6"/>
                </a:solidFill>
                <a:latin typeface="ubuntu" panose="020B0504030602030204" pitchFamily="34" charset="0"/>
              </a:rPr>
              <a:t>Clustering is a machine learning technique used to: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E5B038-CC4A-8D2D-A4BD-B32D8BAD2C94}"/>
              </a:ext>
            </a:extLst>
          </p:cNvPr>
          <p:cNvSpPr txBox="1"/>
          <p:nvPr/>
        </p:nvSpPr>
        <p:spPr>
          <a:xfrm>
            <a:off x="535405" y="4770257"/>
            <a:ext cx="8031848" cy="954107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002060"/>
                </a:solidFill>
                <a:latin typeface="ubuntu" panose="020B0504030602030204" pitchFamily="34" charset="0"/>
              </a:rPr>
              <a:t>Clustering belongs to 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42501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6FB6DED2-7A8B-4736-BFC8-09896CDF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B601B49D-2AE7-5C6B-8123-8935AB0B57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6EC6E0A1-A0A1-07D1-86C2-653907149D58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A4263F4C-7B4E-0DDE-27BF-939B736BC53B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37C1F6EE-47E8-FF49-54C3-9CFF46B4078D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4FBBE0B5-5583-F678-059C-122352384815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CE70C74-B170-56C4-5BC6-6A52791C9376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90B-463A-2852-C9BA-9DE35AE5B381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04C6772C-72B9-073E-B38A-04DBE80BD6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DF42DC-4597-D761-2CB6-6A9DE8A1286F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B5B7C-EF08-55A5-8643-248536835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303" y="1365284"/>
            <a:ext cx="8751893" cy="467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6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010E8B2B-5574-395D-C0A5-4CFA8A332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5DD86D54-D00E-AE3A-E5B3-63DD8B0D7E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30F6D181-7E24-9747-F544-8A258C7B4B3C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FE4F16E9-7B2C-8530-7E39-FB4A82077302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98C9CBCE-EA24-2E8D-35EC-C039E1F388A3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34CDC24A-38CB-1819-EE8B-9FED79988608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B33826D-40C5-00D7-D5A4-301ED9053D15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C2DAFF-25FC-3D42-8BC0-EE7601E1F23A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EFEB0BEA-DA4B-EAAF-DA36-F253401F7F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9674F70-4BCF-D8C6-82D3-062BFC28EFB2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Real time Applications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54B88-5A4B-246B-505A-1D7865AB5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322" y="1670728"/>
            <a:ext cx="8040755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98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0072A6F2-20E5-F7B3-118F-549F988E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DBF8BAB9-FA6C-9934-90EA-EC3C64927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F1E98A83-2F23-B1D3-63CC-39314A7B5CD5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D6EE6494-B8EF-5067-4FBB-2966CAECBD7E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DD58D7F5-D6B2-97E3-E375-95AC5EF328DD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EB2D69B6-0D69-CFDD-362D-F7C31003A6A5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3E7AAE2-6AED-6466-628D-1E295504CD66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A238BC-0877-DEAB-535B-5E42291E5F40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4B6344E4-76EB-774F-A70E-16AB5117B5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0EF3852-D241-D232-505F-58F3F61F33E4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Why clustering is important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B72E4-FC66-06EA-5730-43E2FC15D94A}"/>
              </a:ext>
            </a:extLst>
          </p:cNvPr>
          <p:cNvSpPr txBox="1"/>
          <p:nvPr/>
        </p:nvSpPr>
        <p:spPr>
          <a:xfrm>
            <a:off x="650916" y="1714078"/>
            <a:ext cx="7790630" cy="3970318"/>
          </a:xfrm>
          <a:prstGeom prst="rect">
            <a:avLst/>
          </a:prstGeom>
          <a:noFill/>
          <a:ln w="57150">
            <a:solidFill>
              <a:schemeClr val="accent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endParaRPr lang="en-IN" sz="2800" dirty="0">
              <a:solidFill>
                <a:schemeClr val="accent5"/>
              </a:solidFill>
              <a:latin typeface="ubuntu" panose="020B0504030602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accent5"/>
                </a:solidFill>
                <a:latin typeface="ubuntu" panose="020B0504030602030204" pitchFamily="34" charset="0"/>
              </a:rPr>
              <a:t>No </a:t>
            </a:r>
            <a:r>
              <a:rPr lang="en-IN" sz="2800" dirty="0" err="1">
                <a:solidFill>
                  <a:schemeClr val="accent5"/>
                </a:solidFill>
                <a:latin typeface="ubuntu" panose="020B0504030602030204" pitchFamily="34" charset="0"/>
              </a:rPr>
              <a:t>labeled</a:t>
            </a:r>
            <a:r>
              <a:rPr lang="en-IN" sz="2800" dirty="0">
                <a:solidFill>
                  <a:schemeClr val="accent5"/>
                </a:solidFill>
                <a:latin typeface="ubuntu" panose="020B0504030602030204" pitchFamily="34" charset="0"/>
              </a:rPr>
              <a:t> data required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N" sz="2800" dirty="0">
              <a:solidFill>
                <a:schemeClr val="accent5"/>
              </a:solidFill>
              <a:latin typeface="ubuntu" panose="020B0504030602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accent5"/>
                </a:solidFill>
                <a:latin typeface="ubuntu" panose="020B0504030602030204" pitchFamily="34" charset="0"/>
              </a:rPr>
              <a:t>Finds hidden structure in data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N" sz="2800" dirty="0">
              <a:solidFill>
                <a:schemeClr val="accent5"/>
              </a:solidFill>
              <a:latin typeface="ubuntu" panose="020B0504030602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accent5"/>
                </a:solidFill>
                <a:latin typeface="ubuntu" panose="020B0504030602030204" pitchFamily="34" charset="0"/>
              </a:rPr>
              <a:t>Helps businesses make decisions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N" sz="2800" dirty="0">
              <a:solidFill>
                <a:schemeClr val="accent5"/>
              </a:solidFill>
              <a:latin typeface="ubuntu" panose="020B0504030602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accent5"/>
                </a:solidFill>
                <a:latin typeface="ubuntu" panose="020B0504030602030204" pitchFamily="34" charset="0"/>
              </a:rPr>
              <a:t>Reduces large data into meaningful groups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N" sz="2800" dirty="0">
              <a:solidFill>
                <a:schemeClr val="accent5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01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D703E27-FB2A-5CD0-632D-7933BA2B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2846EC37-9E91-E8DD-9CBF-0FE36D4800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6E878BDD-FD0C-AD68-5B94-7AC063F29219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C2B1AB49-855E-87D4-0761-1739B476A1D9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0D8437D1-A264-06F6-6FB6-A7652A8B2678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51745659-A3C4-EE17-18F3-3A9B9006C24B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C67BE31-54D1-3F46-535E-E5E333182FDD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649485-9266-4D85-8AFB-39CF3401438F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610B50FA-47D9-0D54-FF89-56449746EC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2863C3-472C-9495-7442-0799D1BC3C01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Types of clustering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BC667E-9810-1754-04D3-1293424C15CF}"/>
              </a:ext>
            </a:extLst>
          </p:cNvPr>
          <p:cNvSpPr txBox="1"/>
          <p:nvPr/>
        </p:nvSpPr>
        <p:spPr>
          <a:xfrm>
            <a:off x="1875090" y="2229393"/>
            <a:ext cx="5342282" cy="26776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>
                <a:latin typeface="ubuntu" panose="020B0504030602030204" pitchFamily="34" charset="0"/>
              </a:rPr>
              <a:t>K-Means Clustering ⭐</a:t>
            </a:r>
            <a:endParaRPr lang="en-IN" sz="2400" dirty="0">
              <a:latin typeface="ubuntu" panose="020B0504030602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ubuntu" panose="020B0504030602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ubuntu" panose="020B0504030602030204" pitchFamily="34" charset="0"/>
              </a:rPr>
              <a:t>Hierarchical Clustering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ubuntu" panose="020B0504030602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ubuntu" panose="020B0504030602030204" pitchFamily="34" charset="0"/>
              </a:rPr>
              <a:t>DBSCAN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ubuntu" panose="020B0504030602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ubuntu" panose="020B0504030602030204" pitchFamily="34" charset="0"/>
              </a:rPr>
              <a:t>Mean Shift Clustering</a:t>
            </a:r>
          </a:p>
        </p:txBody>
      </p:sp>
    </p:spTree>
    <p:extLst>
      <p:ext uri="{BB962C8B-B14F-4D97-AF65-F5344CB8AC3E}">
        <p14:creationId xmlns:p14="http://schemas.microsoft.com/office/powerpoint/2010/main" val="2065250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1EF64CE-462B-070A-0BF5-449087B61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6761A001-707A-42D4-FA1C-E16D9604E6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CAB4AF51-38BE-38A2-EAA1-5B4F7C8EE5DA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50C0C4FF-D8F8-E4AD-F8F0-CF684BEDB2F0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4C0FBCBF-43F3-B0D3-0624-560574A4833C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7768F1DD-0828-564C-4D34-A82FE4D951B0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0B76BA7-9898-C964-CB9F-9BF9DBFB0EF7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9D5219-8ED1-F9C6-C2B4-BC69736B5C85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AA8FA123-C9A3-0B82-239A-986D15199E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11925B-742C-995B-4E1C-E7EF90ED4E81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1059E-C115-4B33-E0DD-BD543A2FD92E}"/>
              </a:ext>
            </a:extLst>
          </p:cNvPr>
          <p:cNvSpPr txBox="1"/>
          <p:nvPr/>
        </p:nvSpPr>
        <p:spPr>
          <a:xfrm>
            <a:off x="589941" y="4895979"/>
            <a:ext cx="53422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ubuntu" panose="020B0504030602030204" pitchFamily="34" charset="0"/>
              </a:rPr>
              <a:t>K = number of clusters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latin typeface="ubuntu" panose="020B0504030602030204" pitchFamily="34" charset="0"/>
              </a:rPr>
              <a:t>Mean = center of cluster (average value)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800" dirty="0">
              <a:latin typeface="ubuntu" panose="020B0504030602030204" pitchFamily="34" charset="0"/>
            </a:endParaRPr>
          </a:p>
          <a:p>
            <a:pPr>
              <a:buNone/>
            </a:pPr>
            <a:r>
              <a:rPr lang="en-US" sz="1800" dirty="0">
                <a:latin typeface="ubuntu" panose="020B0504030602030204" pitchFamily="34" charset="0"/>
              </a:rPr>
              <a:t>Each cluster has a centroid (center point).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BDD31-F5DF-8DBA-4D38-CEAFE8E4F6EA}"/>
              </a:ext>
            </a:extLst>
          </p:cNvPr>
          <p:cNvSpPr txBox="1"/>
          <p:nvPr/>
        </p:nvSpPr>
        <p:spPr>
          <a:xfrm>
            <a:off x="589941" y="1558462"/>
            <a:ext cx="5342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What is K-Means Clustering?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DC5BA6-B16E-E5BB-07A9-9023C2D8ED6A}"/>
              </a:ext>
            </a:extLst>
          </p:cNvPr>
          <p:cNvSpPr txBox="1"/>
          <p:nvPr/>
        </p:nvSpPr>
        <p:spPr>
          <a:xfrm>
            <a:off x="589941" y="2126388"/>
            <a:ext cx="79125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latin typeface="ubuntu" panose="020B0504030602030204" pitchFamily="34" charset="0"/>
              </a:rPr>
              <a:t>K-Means Clustering is an unsupervised machine learning algorithm used to:</a:t>
            </a:r>
          </a:p>
          <a:p>
            <a:pPr algn="ctr">
              <a:buNone/>
            </a:pPr>
            <a:r>
              <a:rPr lang="en-US" sz="1800" dirty="0">
                <a:latin typeface="ubuntu" panose="020B0504030602030204" pitchFamily="34" charset="0"/>
              </a:rPr>
              <a:t>    </a:t>
            </a:r>
            <a:r>
              <a:rPr lang="en-US" sz="1800" dirty="0">
                <a:solidFill>
                  <a:schemeClr val="accent1"/>
                </a:solidFill>
                <a:latin typeface="ubuntu" panose="020B0504030602030204" pitchFamily="34" charset="0"/>
              </a:rPr>
              <a:t>Group similar data points into K clusters.</a:t>
            </a:r>
          </a:p>
          <a:p>
            <a:pPr>
              <a:buNone/>
            </a:pPr>
            <a:endParaRPr lang="en-US" sz="1800" dirty="0">
              <a:latin typeface="ubuntu" panose="020B05040306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ubuntu" panose="020B0504030602030204" pitchFamily="34" charset="0"/>
              </a:rPr>
              <a:t>K → number of groups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latin typeface="ubuntu" panose="020B0504030602030204" pitchFamily="34" charset="0"/>
              </a:rPr>
              <a:t>Means → average (centroid)</a:t>
            </a:r>
          </a:p>
          <a:p>
            <a:pPr>
              <a:buNone/>
            </a:pPr>
            <a:endParaRPr lang="en-US" sz="1800" dirty="0">
              <a:latin typeface="ubuntu" panose="020B0504030602030204" pitchFamily="34" charset="0"/>
            </a:endParaRPr>
          </a:p>
          <a:p>
            <a:pPr>
              <a:buNone/>
            </a:pPr>
            <a:r>
              <a:rPr lang="en-US" sz="1800" dirty="0">
                <a:latin typeface="ubuntu" panose="020B0504030602030204" pitchFamily="34" charset="0"/>
              </a:rPr>
              <a:t> It groups data based on similarity.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76614E-DF11-1CA5-E631-547F1FC03BC5}"/>
              </a:ext>
            </a:extLst>
          </p:cNvPr>
          <p:cNvSpPr txBox="1"/>
          <p:nvPr/>
        </p:nvSpPr>
        <p:spPr>
          <a:xfrm>
            <a:off x="589941" y="4342180"/>
            <a:ext cx="5342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Why it is called “K-Means”?</a:t>
            </a:r>
          </a:p>
        </p:txBody>
      </p:sp>
    </p:spTree>
    <p:extLst>
      <p:ext uri="{BB962C8B-B14F-4D97-AF65-F5344CB8AC3E}">
        <p14:creationId xmlns:p14="http://schemas.microsoft.com/office/powerpoint/2010/main" val="3680831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F509B0B-4FAB-E509-9794-E59C4521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5920297B-9B38-A871-D0E1-2AECEEE1D1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A7663C95-CB9C-C65D-11BA-C5A60BFBC229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29E6019D-FE0A-C8F1-E71B-801E61CF742D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3997154B-1048-D48D-D01C-9EC413B48371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A7046233-873F-AD45-7BA4-14451159CDD8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671509-7D25-1F9A-81B4-0687F90581ED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E3CE1C-36EA-EBC9-A77C-69BA7E5E2FEC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B333BBC2-B871-6FA9-195D-FFBD1D2EF8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86D2650-6D47-98B5-83D5-5DEE8FE1B7EC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CBD079-5CC7-2B08-F2AC-A9F74CEDC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63" y="2223722"/>
            <a:ext cx="6030167" cy="36390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31AA906-7B15-26EE-161B-531939960E1C}"/>
                  </a:ext>
                </a:extLst>
              </p14:cNvPr>
              <p14:cNvContentPartPr/>
              <p14:nvPr/>
            </p14:nvContentPartPr>
            <p14:xfrm>
              <a:off x="7087226" y="5353810"/>
              <a:ext cx="577440" cy="482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31AA906-7B15-26EE-161B-531939960E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24586" y="5290810"/>
                <a:ext cx="703080" cy="60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782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01714A0-6FDE-8939-18DF-AB3C1E67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01893740-B265-2BFC-AF7E-B742E23D9A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6486A2A4-7D97-6040-5BBC-0C374EED2434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B0B6FA1F-59DD-EE03-4DD8-4D71EF5EDEAF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EECED901-E236-2ABA-870D-11F6AC1F4288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166B18B3-BBF3-5656-F98C-F6C8B665AD9F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668673-B0C1-F983-BF84-C9554FCE16FB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6F4E25-1387-102E-382E-6BB271003451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2A1D82B8-BDD8-454D-11D0-C2D6BA1363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C43D469-3922-2C73-D0B8-33280A597107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FB258A-A697-5BE2-59AA-CB35AAEF1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227" y="2017396"/>
            <a:ext cx="5792008" cy="3572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1CEE904-9724-39F8-97A7-D02CE6984533}"/>
                  </a:ext>
                </a:extLst>
              </p14:cNvPr>
              <p14:cNvContentPartPr/>
              <p14:nvPr/>
            </p14:nvContentPartPr>
            <p14:xfrm>
              <a:off x="7092626" y="5118730"/>
              <a:ext cx="323640" cy="48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1CEE904-9724-39F8-97A7-D02CE69845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29986" y="5055730"/>
                <a:ext cx="449280" cy="61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7779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40356153-9166-3FB3-8975-26060B80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CBFA40C4-8C96-A001-30EA-664F154B17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0C5F797D-B97E-7F71-50B8-BD9E97F2A396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BD7F7339-55A7-57C4-B55F-84C6C74CCE8D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029254AD-A865-6D78-63AD-2346A58CEACB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0B102122-0961-C8A8-25EC-E756691D98D6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15E9C18-BBF9-65A7-2B54-3CB7BC79D089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EF822E-D2F8-35C0-6F3E-A2ECC5D3246E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5B544E59-0D78-A367-A67A-194EC0372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3A8458-DD0E-A8B5-FD88-F363336312F5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32D68A-E32D-3071-62AA-152F16085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262" y="1882864"/>
            <a:ext cx="6582694" cy="37819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F08A4C-1534-4A43-8FF6-CE00A70DC446}"/>
                  </a:ext>
                </a:extLst>
              </p14:cNvPr>
              <p14:cNvContentPartPr/>
              <p14:nvPr/>
            </p14:nvContentPartPr>
            <p14:xfrm>
              <a:off x="6818306" y="5108290"/>
              <a:ext cx="888840" cy="544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F08A4C-1534-4A43-8FF6-CE00A70DC4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55306" y="5045290"/>
                <a:ext cx="1014480" cy="67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7435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F6FED07-E402-C3C3-B8BF-1B71B9EF1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8338DD7D-D8CA-B2DD-4310-F4A201457F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0F049BAC-55B7-38B2-CFAB-280216FB5B85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8BBD593F-13A4-2622-AA33-708426BE295C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3B7404C1-EEC4-1C59-1756-AC98B29A9A6F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DC21C9D6-91DF-BA97-6E4A-144FB2D6716D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A58D8A7-FF5E-7493-F329-9E7BB3337327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B85A97-A232-F540-9DD0-551F57A65BC5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37019A2B-879E-8716-3492-0FC8B59F1C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1F3A7B1-0F3D-484A-C90A-E1B5483980A2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54334F-1309-6AD0-F9FA-34588652D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85" y="1509444"/>
            <a:ext cx="6306430" cy="38391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E6F163-D627-F803-F960-A578B5D762B1}"/>
                  </a:ext>
                </a:extLst>
              </p14:cNvPr>
              <p14:cNvContentPartPr/>
              <p14:nvPr/>
            </p14:nvContentPartPr>
            <p14:xfrm>
              <a:off x="6986426" y="4622290"/>
              <a:ext cx="879840" cy="607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E6F163-D627-F803-F960-A578B5D762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23426" y="4559290"/>
                <a:ext cx="1005480" cy="73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5455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7DC16505-F2B9-EC07-4FD8-DF65D77AE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56F61F51-5A95-5DD2-E027-574835B51F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5415ED32-3FEA-8DDC-39DD-489B3539A8DD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F27480FB-D015-4E25-8647-F46E4C77614A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6B0A7107-7342-660E-C8BE-DA71C12CF23A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EACD45AF-8F28-CED5-D61E-D7E61ADCC4C4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46DE8A-E2AC-0650-08FA-0CBD21D08A88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CC926A-0D18-B97A-BF49-CFDF3104741B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35216BA5-4DE2-CAFF-9489-2A10B01D5BD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D21D7A-1F1E-9B75-0A51-3A27859085B2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94EF09-08C7-EBED-5941-80B0DF986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854" y="1744036"/>
            <a:ext cx="5963482" cy="39915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6ACFAAD-C880-9B16-B7DE-3BB92C628DEF}"/>
                  </a:ext>
                </a:extLst>
              </p14:cNvPr>
              <p14:cNvContentPartPr/>
              <p14:nvPr/>
            </p14:nvContentPartPr>
            <p14:xfrm>
              <a:off x="6937826" y="5028730"/>
              <a:ext cx="597240" cy="549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6ACFAAD-C880-9B16-B7DE-3BB92C628D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75186" y="4965730"/>
                <a:ext cx="722880" cy="67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2463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0ED9F2D-90EE-B87E-AB48-F33C8E1E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99DED71F-0A19-102E-5B0B-01166A85FC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B1E2E184-1DCA-8BD1-BD54-487F37F99E27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92C623E1-AEDA-05AF-4A5E-A1ECDFBA8332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86B872A0-CA92-7D92-78EC-D7BC0074B953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37269D56-97AA-0F78-90F2-B00F4A6D23EB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8D02CEB-8A83-43CB-12B4-A158744E156A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948EDD-BF1A-FA6D-0F4B-B0CE1AEFB8F6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F3CD9445-C74B-F970-446E-F3F77236C1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5FCFA6-71FF-1E45-3106-CD6CBF49D9E1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03ECBD-F0CC-4DA1-C2CD-E87C99248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753" y="1909632"/>
            <a:ext cx="6134956" cy="37343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8A3B9C-3110-E104-6E34-E0FABA99D8B5}"/>
                  </a:ext>
                </a:extLst>
              </p14:cNvPr>
              <p14:cNvContentPartPr/>
              <p14:nvPr/>
            </p14:nvContentPartPr>
            <p14:xfrm>
              <a:off x="6844586" y="4890490"/>
              <a:ext cx="1366560" cy="685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8A3B9C-3110-E104-6E34-E0FABA99D8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1946" y="4827490"/>
                <a:ext cx="1492200" cy="81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4548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48CDB875-4454-7C5F-3D1D-8448BE4F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021BE8A2-8D7E-C5D6-AD82-79A8EAF461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9688FFB5-9F8E-6248-7A05-40BA138C22AD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9FEA6E72-B46D-6355-1463-9CB13D4964A6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7E25EF6F-7F70-84FD-463F-AD9101D6BBE2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3BDBC573-D0B8-2900-5D0D-62EAB8457EB1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17B0838-6D35-0417-8DDA-A250945A7612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83E2D1-87DC-0C62-8DA0-5E2494E0B6E5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55F8C7CE-4D76-B3D0-4AB0-F7D4B79766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5CACCB-7311-7226-2392-3F3E819C1382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C0EB70-1039-6645-A2D7-1EBE70FBB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042" y="1937932"/>
            <a:ext cx="6468378" cy="39248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0655A28-9163-5509-806D-033F6E1AF936}"/>
                  </a:ext>
                </a:extLst>
              </p14:cNvPr>
              <p14:cNvContentPartPr/>
              <p14:nvPr/>
            </p14:nvContentPartPr>
            <p14:xfrm>
              <a:off x="6885986" y="5157970"/>
              <a:ext cx="727560" cy="561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0655A28-9163-5509-806D-033F6E1AF9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23346" y="5095330"/>
                <a:ext cx="853200" cy="68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2772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ACC0C09-6895-4AD2-E3BC-DBDE5FE0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665B3931-D590-1C77-4ED5-4E11FBB310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ED450111-1384-C839-26BD-9034EFB0D8DD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197E9CDD-C5A1-DCB5-6A91-0DBE29AC5A0D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128EDFB7-4213-6F6F-0E55-2F9E29DE9C63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809E4CDE-1CCA-2A27-7056-61F71CBEFD22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D41E7E9-4D81-1CAE-82FB-CA321E0ACAF3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2D5902-2D85-7B41-6AC6-3CF91BCEAC95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EF655430-92CB-8A89-CE20-B27A8C3037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0B7BC3-42C7-A06C-9531-95FC19481AF8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F6534-4091-174B-1FE2-65436F68D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805" y="1807806"/>
            <a:ext cx="6096851" cy="37438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13644E8-92AE-41B0-A0BD-4CDEFAE84C31}"/>
                  </a:ext>
                </a:extLst>
              </p14:cNvPr>
              <p14:cNvContentPartPr/>
              <p14:nvPr/>
            </p14:nvContentPartPr>
            <p14:xfrm>
              <a:off x="7123586" y="4983370"/>
              <a:ext cx="498600" cy="564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13644E8-92AE-41B0-A0BD-4CDEFAE84C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60946" y="4920370"/>
                <a:ext cx="624240" cy="68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356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FB98C43F-464B-FFE8-BCAA-743C774E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FE40087A-235D-7B09-AB57-57BDBDB6C7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E0B2D5E0-A8C0-D916-93EA-F974A48A5F9C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E2380291-A906-1D4A-476A-0763414EC5A4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C29D7F12-7CC1-E8A9-F4FD-968095F978F7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400889C6-617B-1747-342C-684CDD5F06A1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D1C4992-BE79-93A9-5E7E-4BDAD20F78FC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690B9F-E97E-CFEC-7544-FE002F23D395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26ED3D32-5056-F9D9-57C0-43DBA5F090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95A81D6-ADCA-3C79-BF35-D74D43D49E40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61001-0069-66DD-099D-070E9C318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6" y="1848825"/>
            <a:ext cx="6506483" cy="37819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0792E51-4C20-C481-DEBE-0A34AB75412D}"/>
                  </a:ext>
                </a:extLst>
              </p14:cNvPr>
              <p14:cNvContentPartPr/>
              <p14:nvPr/>
            </p14:nvContentPartPr>
            <p14:xfrm>
              <a:off x="6906146" y="5050330"/>
              <a:ext cx="698400" cy="575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0792E51-4C20-C481-DEBE-0A34AB7541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43506" y="4987690"/>
                <a:ext cx="824040" cy="70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9203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4DB69BC-DB14-27FF-A31A-F0186AF8E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E040D876-7D51-47CB-06AC-AFD63DC48A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2A3619FA-AA5D-73F2-80A5-11E379020355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342758AD-D89B-05A7-D473-6AC23C92B0B5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6EC3CAA2-E8D6-79DA-E979-756FAF6F7E31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76084527-97F4-82E9-A286-84EED67AE776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DF4C9DC-1409-E4FE-F544-2F538EB769B3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63378A-2E20-6748-4DE7-1E0177498A16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B339FFE0-A9B2-6D1A-50F1-BD2FBE37CB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77AC19-41B9-37E1-4E6E-79622072D8D4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64CD8-7620-07A2-772A-CC4FEB34F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195" y="2056409"/>
            <a:ext cx="6211167" cy="36771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442513F-8098-F75F-9530-9245970C7D9F}"/>
                  </a:ext>
                </a:extLst>
              </p14:cNvPr>
              <p14:cNvContentPartPr/>
              <p14:nvPr/>
            </p14:nvContentPartPr>
            <p14:xfrm>
              <a:off x="6975626" y="5182810"/>
              <a:ext cx="699480" cy="822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442513F-8098-F75F-9530-9245970C7D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12626" y="5119810"/>
                <a:ext cx="825120" cy="94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427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55A18970-999A-1711-5E48-35F56194B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7DDCAD2E-C064-118B-7BCF-A49A2661EE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56C21621-0328-5C6E-043F-475C861E0C74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8EF25A4E-ADBF-8752-CC17-AAD298B1EF08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E8C2ECB0-A56B-856D-8950-A4979A62D317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F1042324-D01E-FD44-430F-0C6856105EEF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2B9C13D-EC5B-7A7F-CC90-0258EC33FF2C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DE4D15-5CBA-4716-E021-D90733A72BE5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AEA71BAB-6931-2E6E-1AF4-662B17015A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6B6960-8529-46F0-DC13-ED80CB61BF34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A16C1-F5B4-720E-888A-F2361972A87D}"/>
              </a:ext>
            </a:extLst>
          </p:cNvPr>
          <p:cNvSpPr txBox="1"/>
          <p:nvPr/>
        </p:nvSpPr>
        <p:spPr>
          <a:xfrm>
            <a:off x="1172853" y="1774795"/>
            <a:ext cx="6746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ubuntu" panose="020B0504030602030204" pitchFamily="34" charset="0"/>
              </a:rPr>
              <a:t>How to determine correct number of clusters (k) 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900E6-10C1-5B60-80CB-FA637F4BA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853" y="2401099"/>
            <a:ext cx="6211167" cy="36200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E9257EA-522B-7A76-C15E-2BEB5CF14EAB}"/>
                  </a:ext>
                </a:extLst>
              </p14:cNvPr>
              <p14:cNvContentPartPr/>
              <p14:nvPr/>
            </p14:nvContentPartPr>
            <p14:xfrm>
              <a:off x="6777626" y="5510770"/>
              <a:ext cx="626760" cy="554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E9257EA-522B-7A76-C15E-2BEB5CF14E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14626" y="5447770"/>
                <a:ext cx="752400" cy="6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2010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A706D091-F749-6954-CB34-39C4F6B5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C74CC2C6-47A6-C66C-8770-51C8D72037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A319B54A-4CC5-4A42-B945-6EDECCEEC00F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5DFEBA9D-413D-AEEF-9935-F4789433A4C7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ED4D4262-A401-AE4C-ADEB-E6F045127BF6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C163173A-C446-9670-DF7A-E6D8F8915173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BEDC6D9-DE9E-5F5E-D848-F0DAEED37057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20D97D-B739-0CC2-3EA2-6695F6BE8096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3D4C45FF-60C4-4052-658F-3B0EE378D9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8327F05-C623-2ACF-4682-2E9635711978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650DF6-4DB7-1571-E9C5-4F5DF60B7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252" y="1828658"/>
            <a:ext cx="7039957" cy="389626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7EC101E-CDC2-2BCA-E756-14240BD230BE}"/>
              </a:ext>
            </a:extLst>
          </p:cNvPr>
          <p:cNvGrpSpPr/>
          <p:nvPr/>
        </p:nvGrpSpPr>
        <p:grpSpPr>
          <a:xfrm>
            <a:off x="7124666" y="4478650"/>
            <a:ext cx="868320" cy="1243080"/>
            <a:chOff x="7124666" y="4478650"/>
            <a:chExt cx="868320" cy="124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8EA32FD-196C-8892-4B9A-75DC3A3CA497}"/>
                    </a:ext>
                  </a:extLst>
                </p14:cNvPr>
                <p14:cNvContentPartPr/>
                <p14:nvPr/>
              </p14:nvContentPartPr>
              <p14:xfrm>
                <a:off x="7990826" y="4661530"/>
                <a:ext cx="2160" cy="19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8EA32FD-196C-8892-4B9A-75DC3A3CA49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27826" y="4598530"/>
                  <a:ext cx="127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27D9834-176A-81E7-11E1-42E0B63AB926}"/>
                    </a:ext>
                  </a:extLst>
                </p14:cNvPr>
                <p14:cNvContentPartPr/>
                <p14:nvPr/>
              </p14:nvContentPartPr>
              <p14:xfrm>
                <a:off x="7513826" y="4478650"/>
                <a:ext cx="310680" cy="153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27D9834-176A-81E7-11E1-42E0B63AB9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50826" y="4416010"/>
                  <a:ext cx="4363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2B514C2-587A-35BC-DCE7-C81DBE7B763C}"/>
                    </a:ext>
                  </a:extLst>
                </p14:cNvPr>
                <p14:cNvContentPartPr/>
                <p14:nvPr/>
              </p14:nvContentPartPr>
              <p14:xfrm>
                <a:off x="7124666" y="4823530"/>
                <a:ext cx="848880" cy="898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2B514C2-587A-35BC-DCE7-C81DBE7B76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61666" y="4760530"/>
                  <a:ext cx="974520" cy="102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77804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F5E6C440-A42A-FF0D-D119-EAA3EB78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255F7172-0C0D-DC02-F4AF-BD9F2A3940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A77A4E6A-F4BC-8CD7-5B92-A279B03F95FB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22CF60EB-635F-849C-DDA6-198955C7BC2A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AED21FF1-1E4B-52D2-FE66-56DE6E40EF35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8C870FDC-B446-EBED-A7B9-DFF9DA0F401D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F7D84F0-8B9F-F6C4-49FB-EACDDF03C53C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B8CBC2-A2F4-5264-1EB0-18BB3EC658FD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C8AD3B83-69F2-57BA-C43D-25093FA1FD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9126F9-6D8D-9739-4CE6-6C00EBA732F4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125C38-E187-D95E-CB22-611CC5FCB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416" y="1542787"/>
            <a:ext cx="6935168" cy="37724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195F86-83A4-1742-9077-0EA7E45BEA14}"/>
                  </a:ext>
                </a:extLst>
              </p14:cNvPr>
              <p14:cNvContentPartPr/>
              <p14:nvPr/>
            </p14:nvContentPartPr>
            <p14:xfrm>
              <a:off x="7141226" y="4324570"/>
              <a:ext cx="822240" cy="965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195F86-83A4-1742-9077-0EA7E45BEA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8226" y="4261930"/>
                <a:ext cx="947880" cy="109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4201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252319CA-F976-1DCF-EC9B-C7D7AEE6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888A8C8D-7737-BFA5-E840-DBC372A7D6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E7C3840B-85EF-88F4-547D-12FF4868B04C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95180BDA-B78B-946B-237F-7172E42EE779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2DD1E8F0-DFC4-D1E3-50F1-FB4D7923046F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4C250116-FCBC-55E6-30DD-DBCD3962DCE3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FE3D59-9B9A-7922-12A1-26868C4F5581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6B18F4-FF1E-D68C-4B45-4AA9A9DC6C5B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5B7C4A5E-8E29-3252-4462-F16F31E9D0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8CDE023-64E9-4932-C6E7-945BF2189A26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727AA9-A27A-FE4D-B782-182D40467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205" y="1461813"/>
            <a:ext cx="7087589" cy="3934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ED7254-7DF5-E46A-1159-92F25AB838D0}"/>
                  </a:ext>
                </a:extLst>
              </p14:cNvPr>
              <p14:cNvContentPartPr/>
              <p14:nvPr/>
            </p14:nvContentPartPr>
            <p14:xfrm>
              <a:off x="7223306" y="4413850"/>
              <a:ext cx="890640" cy="999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ED7254-7DF5-E46A-1159-92F25AB838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60666" y="4350850"/>
                <a:ext cx="1016280" cy="112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797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0CF430E-1C65-19F8-895C-454EFFBB1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EC4BFB86-A960-1A7B-4E7F-B98B34EA6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44924714-E91D-40CC-7884-6C5596A05888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4EBF7C47-4DCD-43AE-682B-9646C3B6D65A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42D817E5-E9F6-D9C1-4FB7-F1D47881D8AB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B86F6953-BD07-EFE8-98A8-1D22761E2660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A4B1AC2-C0F2-F4DA-BF68-78B72F1D308F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3E6F86-61A1-AA3E-8F6E-DFFAEA9270F7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1C85A618-1A67-325A-AD6E-9170557DDE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7B1A58-2A90-6FBA-F900-C06F2631F44B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B06ECF-8B8C-51C7-26D1-2809D61B8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36" y="1823895"/>
            <a:ext cx="7087589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28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ABF350DD-19FE-C40E-1EDB-5001A0AEF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3AF835EE-003C-4175-1476-DD846EDE88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370D5185-D9DB-B433-0D35-4BDF8EF946AE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CB9B9275-A88D-16B1-CA68-DD16594E8D63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6607E343-5929-82EE-83E4-B242F6FD0588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EA7CD5ED-DF7C-0DB2-83D9-C6463C0BAD13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842B259-E611-602B-12FF-0452948A01AC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6A6A70-C78D-EF45-67DA-ED163D57F749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90A00B4C-C33C-D63B-65C9-4433E858CD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F37309-C09B-DC69-41ED-0829CEEC5E45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K-Means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B47AC-AB9E-12D0-5A59-0D4F1253E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901" y="1882864"/>
            <a:ext cx="6763694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66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5798E91-B5EE-468B-02E3-E6AB6A557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7BFB5B94-3826-3A22-40CE-8CFAA2F5AF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A72A02E1-C3F4-5E92-8A72-09FC68BD4EDD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BBDC2DDF-5AA4-0BD8-8116-A5C6DFA4678F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CC95D977-5CBF-CCDF-C017-8A00314046F6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3BB2D30C-3352-B5B0-6BB5-D527F6191B70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FB3E3D3-00D7-7A06-1A3E-4717E93AF075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BC09FE-C346-0795-18EE-F9207BCA16B1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F30FB4D0-FE3B-3A42-88E2-84D5221563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23E8E7-11CF-6CAE-6CEA-9DDAA73B9B3E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ML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B0491F-F6CB-1343-C46C-1D2529F88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55" y="1491098"/>
            <a:ext cx="8617539" cy="437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765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AD524AC7-1634-2083-B26B-A08F90FA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>
            <a:extLst>
              <a:ext uri="{FF2B5EF4-FFF2-40B4-BE49-F238E27FC236}">
                <a16:creationId xmlns:a16="http://schemas.microsoft.com/office/drawing/2014/main" id="{2FEE8229-23D0-72CC-E6D4-275F00D90B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6119735"/>
            <a:ext cx="1555861" cy="7382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>
            <a:extLst>
              <a:ext uri="{FF2B5EF4-FFF2-40B4-BE49-F238E27FC236}">
                <a16:creationId xmlns:a16="http://schemas.microsoft.com/office/drawing/2014/main" id="{2FE9147E-B000-66CB-72A7-87FE36D07805}"/>
              </a:ext>
            </a:extLst>
          </p:cNvPr>
          <p:cNvSpPr/>
          <p:nvPr/>
        </p:nvSpPr>
        <p:spPr>
          <a:xfrm>
            <a:off x="9496426" y="0"/>
            <a:ext cx="1185863" cy="197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4">
            <a:extLst>
              <a:ext uri="{FF2B5EF4-FFF2-40B4-BE49-F238E27FC236}">
                <a16:creationId xmlns:a16="http://schemas.microsoft.com/office/drawing/2014/main" id="{FB620DA8-3D49-CC92-5A5B-A58D255B2333}"/>
              </a:ext>
            </a:extLst>
          </p:cNvPr>
          <p:cNvGrpSpPr/>
          <p:nvPr/>
        </p:nvGrpSpPr>
        <p:grpSpPr>
          <a:xfrm>
            <a:off x="8357498" y="0"/>
            <a:ext cx="786502" cy="1306286"/>
            <a:chOff x="11002962" y="0"/>
            <a:chExt cx="1189038" cy="1974850"/>
          </a:xfrm>
        </p:grpSpPr>
        <p:sp>
          <p:nvSpPr>
            <p:cNvPr id="94" name="Google Shape;94;p24">
              <a:extLst>
                <a:ext uri="{FF2B5EF4-FFF2-40B4-BE49-F238E27FC236}">
                  <a16:creationId xmlns:a16="http://schemas.microsoft.com/office/drawing/2014/main" id="{C55618A7-33B9-41A1-2850-F044A2441907}"/>
                </a:ext>
              </a:extLst>
            </p:cNvPr>
            <p:cNvSpPr/>
            <p:nvPr/>
          </p:nvSpPr>
          <p:spPr>
            <a:xfrm>
              <a:off x="11322050" y="279400"/>
              <a:ext cx="869950" cy="1695450"/>
            </a:xfrm>
            <a:custGeom>
              <a:avLst/>
              <a:gdLst/>
              <a:ahLst/>
              <a:cxnLst/>
              <a:rect l="l" t="t" r="r" b="b"/>
              <a:pathLst>
                <a:path w="548" h="1068" extrusionOk="0">
                  <a:moveTo>
                    <a:pt x="314" y="832"/>
                  </a:moveTo>
                  <a:lnTo>
                    <a:pt x="548" y="1068"/>
                  </a:lnTo>
                  <a:lnTo>
                    <a:pt x="548" y="549"/>
                  </a:lnTo>
                  <a:lnTo>
                    <a:pt x="302" y="301"/>
                  </a:lnTo>
                  <a:lnTo>
                    <a:pt x="268" y="267"/>
                  </a:lnTo>
                  <a:lnTo>
                    <a:pt x="268" y="267"/>
                  </a:lnTo>
                  <a:lnTo>
                    <a:pt x="0" y="0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41" y="661"/>
                  </a:lnTo>
                  <a:lnTo>
                    <a:pt x="314" y="832"/>
                  </a:lnTo>
                  <a:close/>
                </a:path>
              </a:pathLst>
            </a:custGeom>
            <a:solidFill>
              <a:srgbClr val="EE6A3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4">
              <a:extLst>
                <a:ext uri="{FF2B5EF4-FFF2-40B4-BE49-F238E27FC236}">
                  <a16:creationId xmlns:a16="http://schemas.microsoft.com/office/drawing/2014/main" id="{F941FB42-51FB-4DA6-DE70-F5DBD8567CA7}"/>
                </a:ext>
              </a:extLst>
            </p:cNvPr>
            <p:cNvSpPr/>
            <p:nvPr/>
          </p:nvSpPr>
          <p:spPr>
            <a:xfrm>
              <a:off x="11002962" y="0"/>
              <a:ext cx="1189038" cy="1184275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9" y="746"/>
                  </a:moveTo>
                  <a:lnTo>
                    <a:pt x="749" y="0"/>
                  </a:lnTo>
                  <a:lnTo>
                    <a:pt x="0" y="0"/>
                  </a:lnTo>
                  <a:lnTo>
                    <a:pt x="749" y="746"/>
                  </a:lnTo>
                  <a:close/>
                </a:path>
              </a:pathLst>
            </a:custGeom>
            <a:solidFill>
              <a:srgbClr val="419B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buSzPts val="1800"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CD0CC4E-C2CE-FE09-C5D7-C10F77E91D1A}"/>
              </a:ext>
            </a:extLst>
          </p:cNvPr>
          <p:cNvSpPr txBox="1"/>
          <p:nvPr/>
        </p:nvSpPr>
        <p:spPr>
          <a:xfrm>
            <a:off x="5201265" y="541957"/>
            <a:ext cx="2894838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rgbClr val="FF0000"/>
                </a:solidFill>
              </a:rPr>
              <a:t>Paindla Narendar Reddy</a:t>
            </a:r>
          </a:p>
          <a:p>
            <a:pPr algn="ctr"/>
            <a:r>
              <a:rPr lang="en-IN" sz="1800" b="1" dirty="0">
                <a:solidFill>
                  <a:srgbClr val="FF0000"/>
                </a:solidFill>
              </a:rPr>
              <a:t>Technical Trainer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A98EC2-4959-5918-6D72-72DB77824B3C}"/>
              </a:ext>
            </a:extLst>
          </p:cNvPr>
          <p:cNvCxnSpPr>
            <a:cxnSpLocks/>
          </p:cNvCxnSpPr>
          <p:nvPr/>
        </p:nvCxnSpPr>
        <p:spPr>
          <a:xfrm flipV="1">
            <a:off x="275303" y="1306347"/>
            <a:ext cx="8622891" cy="535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oogle Shape;90;p24">
            <a:extLst>
              <a:ext uri="{FF2B5EF4-FFF2-40B4-BE49-F238E27FC236}">
                <a16:creationId xmlns:a16="http://schemas.microsoft.com/office/drawing/2014/main" id="{49A5A18E-E22D-AAF5-45F8-63F98DB11D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1336" y="6247298"/>
            <a:ext cx="1555861" cy="48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8EF9C7-23F6-1736-6B0C-F57208F2AC46}"/>
              </a:ext>
            </a:extLst>
          </p:cNvPr>
          <p:cNvSpPr txBox="1"/>
          <p:nvPr/>
        </p:nvSpPr>
        <p:spPr>
          <a:xfrm>
            <a:off x="777932" y="733582"/>
            <a:ext cx="3768299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 err="1">
                <a:solidFill>
                  <a:srgbClr val="FF0000"/>
                </a:solidFill>
                <a:latin typeface="ubuntu" panose="020B0504030602030204" pitchFamily="34" charset="0"/>
              </a:rPr>
              <a:t>Capestone</a:t>
            </a:r>
            <a:r>
              <a:rPr lang="en-IN" sz="1800" b="1" dirty="0">
                <a:solidFill>
                  <a:srgbClr val="FF0000"/>
                </a:solidFill>
                <a:latin typeface="ubuntu" panose="020B0504030602030204" pitchFamily="34" charset="0"/>
              </a:rPr>
              <a:t> project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69322E-7250-7D26-0501-9A5BEFA37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302" y="1527020"/>
            <a:ext cx="8622892" cy="449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36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4092</TotalTime>
  <Words>304</Words>
  <Application>Microsoft Office PowerPoint</Application>
  <PresentationFormat>On-screen Show (4:3)</PresentationFormat>
  <Paragraphs>110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Wingdings</vt:lpstr>
      <vt:lpstr>ubuntu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byteXL</dc:creator>
  <cp:lastModifiedBy>paindla narendar reddy</cp:lastModifiedBy>
  <cp:revision>241</cp:revision>
  <dcterms:created xsi:type="dcterms:W3CDTF">2025-01-21T10:20:09Z</dcterms:created>
  <dcterms:modified xsi:type="dcterms:W3CDTF">2026-01-31T04:04:59Z</dcterms:modified>
</cp:coreProperties>
</file>